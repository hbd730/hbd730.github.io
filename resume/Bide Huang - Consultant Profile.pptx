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 ContentType="image/ti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6"/>
  </p:notesMasterIdLst>
  <p:sldIdLst>
    <p:sldId id="265" r:id="rId5"/>
  </p:sldIdLst>
  <p:sldSz cx="24371300" cy="13716000"/>
  <p:notesSz cx="6858000" cy="9144000"/>
  <p:embeddedFontLst>
    <p:embeddedFont>
      <p:font typeface="Dava Sans" panose="020B0604020202020204" charset="0"/>
      <p:regular r:id="rId7"/>
      <p:bold r:id="rId8"/>
      <p:italic r:id="rId9"/>
      <p:boldItalic r:id="rId10"/>
    </p:embeddedFont>
    <p:embeddedFont>
      <p:font typeface="Open Sans" panose="020B0606030504020204" pitchFamily="34" charset="0"/>
      <p:regular r:id="rId11"/>
      <p:bold r:id="rId12"/>
      <p:italic r:id="rId13"/>
      <p:boldItalic r:id="rId14"/>
    </p:embeddedFont>
    <p:embeddedFont>
      <p:font typeface="Segoe UI" panose="020B0502040204020203" pitchFamily="34" charset="0"/>
      <p:regular r:id="rId15"/>
      <p:bold r:id="rId16"/>
      <p:italic r:id="rId17"/>
      <p:boldItalic r:id="rId18"/>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500D42C-EF33-A43A-A73D-D8C73DC7DBAA}" name="Oliver Newbery" initials="ON" userId="S::oliver.newbery@endava.com::9ec90621-9894-47b4-bfe4-7c5e8336af8d" providerId="AD"/>
  <p188:author id="{955EAF58-F0CD-E398-1719-122BBCF6C4E2}" name="Benn Wheeler" initials="BW" userId="S::benn.wheeler@endava.com::75dcc7bb-8cf8-4d16-bf82-6ae766a478dc" providerId="AD"/>
  <p188:author id="{98CE6F6E-E6C6-8840-3BC1-92DB620EE229}" name="Suzana Trebus" initials="" userId="S::Suzana.Trebus@endava.com::c8a5a040-23f3-4e70-9771-bf4efc8dc56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2B37"/>
    <a:srgbClr val="FF57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C8C314-ECE3-E0EA-B2C1-AF6BA0AE3717}" v="1" dt="2024-08-14T06:49:07.520"/>
  </p1510:revLst>
</p1510:revInfo>
</file>

<file path=ppt/tableStyles.xml><?xml version="1.0" encoding="utf-8"?>
<a:tblStyleLst xmlns:a="http://schemas.openxmlformats.org/drawingml/2006/main" def="{5940675A-B579-460E-94D1-54222C63F5DA}">
  <a:tblStyle styleId="{4C3C2611-4C71-4FC5-86AE-919BDF0F9419}" styleName="">
    <a:tblBg/>
    <a:wholeTbl>
      <a:tcTxStyle b="on" i="off">
        <a:fontRef idx="minor">
          <a:srgbClr val="48535B"/>
        </a:fontRef>
        <a:srgbClr val="48535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2CDCB"/>
          </a:solidFill>
        </a:fill>
      </a:tcStyle>
    </a:wholeTbl>
    <a:band2H>
      <a:tcTxStyle/>
      <a:tcStyle>
        <a:tcBdr/>
        <a:fill>
          <a:solidFill>
            <a:srgbClr val="F9E8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n" i="off">
        <a:fontRef idx="minor">
          <a:srgbClr val="48535B"/>
        </a:fontRef>
        <a:srgbClr val="48535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n" i="off">
        <a:fontRef idx="minor">
          <a:srgbClr val="48535B"/>
        </a:fontRef>
        <a:srgbClr val="48535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E9F5"/>
          </a:solidFill>
        </a:fill>
      </a:tcStyle>
    </a:wholeTbl>
    <a:band2H>
      <a:tcTxStyle/>
      <a:tcStyle>
        <a:tcBdr/>
        <a:fill>
          <a:solidFill>
            <a:srgbClr val="E6F4FA"/>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n" i="off">
        <a:fontRef idx="minor">
          <a:srgbClr val="48535B"/>
        </a:fontRef>
        <a:srgbClr val="48535B"/>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8E9E9"/>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48535B"/>
        </a:fontRef>
        <a:srgbClr val="48535B"/>
      </a:tcTxStyle>
      <a:tcStyle>
        <a:tcBdr>
          <a:left>
            <a:ln w="12700" cap="flat">
              <a:noFill/>
              <a:miter lim="400000"/>
            </a:ln>
          </a:left>
          <a:right>
            <a:ln w="12700" cap="flat">
              <a:noFill/>
              <a:miter lim="400000"/>
            </a:ln>
          </a:right>
          <a:top>
            <a:ln w="50800" cap="flat">
              <a:solidFill>
                <a:srgbClr val="48535B"/>
              </a:solidFill>
              <a:prstDash val="solid"/>
              <a:round/>
            </a:ln>
          </a:top>
          <a:bottom>
            <a:ln w="25400" cap="flat">
              <a:solidFill>
                <a:srgbClr val="48535B"/>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48535B"/>
              </a:solidFill>
              <a:prstDash val="solid"/>
              <a:round/>
            </a:ln>
          </a:top>
          <a:bottom>
            <a:ln w="25400" cap="flat">
              <a:solidFill>
                <a:srgbClr val="48535B"/>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n" i="off">
        <a:fontRef idx="minor">
          <a:srgbClr val="48535B"/>
        </a:fontRef>
        <a:srgbClr val="48535B"/>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ECFD0"/>
          </a:solidFill>
        </a:fill>
      </a:tcStyle>
    </a:wholeTbl>
    <a:band2H>
      <a:tcTxStyle/>
      <a:tcStyle>
        <a:tcBdr/>
        <a:fill>
          <a:solidFill>
            <a:srgbClr val="E8E9E9"/>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8535B"/>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8535B"/>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48535B"/>
          </a:solidFill>
        </a:fill>
      </a:tcStyle>
    </a:firstRow>
  </a:tblStyle>
  <a:tblStyle styleId="{2708684C-4D16-4618-839F-0558EEFCDFE6}" styleName="">
    <a:tblBg/>
    <a:wholeTb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FFFFF">
              <a:alpha val="20000"/>
            </a:srgbClr>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508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254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02" autoAdjust="0"/>
    <p:restoredTop sz="94660"/>
  </p:normalViewPr>
  <p:slideViewPr>
    <p:cSldViewPr snapToGrid="0">
      <p:cViewPr varScale="1">
        <p:scale>
          <a:sx n="41" d="100"/>
          <a:sy n="41" d="100"/>
        </p:scale>
        <p:origin x="2765" y="3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10.fntdata"/><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font" Target="fonts/font9.fntdata"/><Relationship Id="rId23" Type="http://schemas.microsoft.com/office/2016/11/relationships/changesInfo" Target="changesInfos/changesInfo1.xml"/><Relationship Id="rId10" Type="http://schemas.openxmlformats.org/officeDocument/2006/relationships/font" Target="fonts/font4.fntdata"/><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m Stocker" userId="S::kim.stocker@endava.com::f7031cfb-0706-4697-98e8-93f7e89f9bea" providerId="AD" clId="Web-{2B625BC7-A8A1-82B7-3DBB-8E9012EF8443}"/>
    <pc:docChg chg="modSld">
      <pc:chgData name="Kim Stocker" userId="S::kim.stocker@endava.com::f7031cfb-0706-4697-98e8-93f7e89f9bea" providerId="AD" clId="Web-{2B625BC7-A8A1-82B7-3DBB-8E9012EF8443}" dt="2024-05-03T04:15:50.636" v="15"/>
      <pc:docMkLst>
        <pc:docMk/>
      </pc:docMkLst>
      <pc:sldChg chg="delSp modSp">
        <pc:chgData name="Kim Stocker" userId="S::kim.stocker@endava.com::f7031cfb-0706-4697-98e8-93f7e89f9bea" providerId="AD" clId="Web-{2B625BC7-A8A1-82B7-3DBB-8E9012EF8443}" dt="2024-05-03T04:15:50.636" v="15"/>
        <pc:sldMkLst>
          <pc:docMk/>
          <pc:sldMk cId="3994349612" sldId="265"/>
        </pc:sldMkLst>
        <pc:spChg chg="del">
          <ac:chgData name="Kim Stocker" userId="S::kim.stocker@endava.com::f7031cfb-0706-4697-98e8-93f7e89f9bea" providerId="AD" clId="Web-{2B625BC7-A8A1-82B7-3DBB-8E9012EF8443}" dt="2024-05-03T04:15:50.636" v="15"/>
          <ac:spMkLst>
            <pc:docMk/>
            <pc:sldMk cId="3994349612" sldId="265"/>
            <ac:spMk id="62" creationId="{44BD3B42-14C5-E826-15D0-8784F08C730F}"/>
          </ac:spMkLst>
        </pc:spChg>
        <pc:spChg chg="del">
          <ac:chgData name="Kim Stocker" userId="S::kim.stocker@endava.com::f7031cfb-0706-4697-98e8-93f7e89f9bea" providerId="AD" clId="Web-{2B625BC7-A8A1-82B7-3DBB-8E9012EF8443}" dt="2024-05-03T04:15:50.636" v="14"/>
          <ac:spMkLst>
            <pc:docMk/>
            <pc:sldMk cId="3994349612" sldId="265"/>
            <ac:spMk id="63" creationId="{89326D93-8F12-A14B-0615-0ABA17E9D48F}"/>
          </ac:spMkLst>
        </pc:spChg>
        <pc:spChg chg="del">
          <ac:chgData name="Kim Stocker" userId="S::kim.stocker@endava.com::f7031cfb-0706-4697-98e8-93f7e89f9bea" providerId="AD" clId="Web-{2B625BC7-A8A1-82B7-3DBB-8E9012EF8443}" dt="2024-05-03T04:15:50.620" v="13"/>
          <ac:spMkLst>
            <pc:docMk/>
            <pc:sldMk cId="3994349612" sldId="265"/>
            <ac:spMk id="1024" creationId="{2F496B8C-3781-8437-11C8-11154C3AFC78}"/>
          </ac:spMkLst>
        </pc:spChg>
        <pc:spChg chg="mod">
          <ac:chgData name="Kim Stocker" userId="S::kim.stocker@endava.com::f7031cfb-0706-4697-98e8-93f7e89f9bea" providerId="AD" clId="Web-{2B625BC7-A8A1-82B7-3DBB-8E9012EF8443}" dt="2024-05-03T02:04:46.669" v="12" actId="20577"/>
          <ac:spMkLst>
            <pc:docMk/>
            <pc:sldMk cId="3994349612" sldId="265"/>
            <ac:spMk id="1033" creationId="{BA9A4D47-7DE4-C694-6FE0-65259C2ABA32}"/>
          </ac:spMkLst>
        </pc:spChg>
      </pc:sldChg>
    </pc:docChg>
  </pc:docChgLst>
  <pc:docChgLst>
    <pc:chgData name="James Garner" userId="S::james.garner@endava.com::ab08df9a-0eb9-4052-a771-0ae124da23c9" providerId="AD" clId="Web-{6EC8C314-ECE3-E0EA-B2C1-AF6BA0AE3717}"/>
    <pc:docChg chg="modSld">
      <pc:chgData name="James Garner" userId="S::james.garner@endava.com::ab08df9a-0eb9-4052-a771-0ae124da23c9" providerId="AD" clId="Web-{6EC8C314-ECE3-E0EA-B2C1-AF6BA0AE3717}" dt="2024-08-14T06:49:07.520" v="0"/>
      <pc:docMkLst>
        <pc:docMk/>
      </pc:docMkLst>
      <pc:sldChg chg="delSp">
        <pc:chgData name="James Garner" userId="S::james.garner@endava.com::ab08df9a-0eb9-4052-a771-0ae124da23c9" providerId="AD" clId="Web-{6EC8C314-ECE3-E0EA-B2C1-AF6BA0AE3717}" dt="2024-08-14T06:49:07.520" v="0"/>
        <pc:sldMkLst>
          <pc:docMk/>
          <pc:sldMk cId="3994349612" sldId="265"/>
        </pc:sldMkLst>
        <pc:spChg chg="del">
          <ac:chgData name="James Garner" userId="S::james.garner@endava.com::ab08df9a-0eb9-4052-a771-0ae124da23c9" providerId="AD" clId="Web-{6EC8C314-ECE3-E0EA-B2C1-AF6BA0AE3717}" dt="2024-08-14T06:49:07.520" v="0"/>
          <ac:spMkLst>
            <pc:docMk/>
            <pc:sldMk cId="3994349612" sldId="265"/>
            <ac:spMk id="10" creationId="{F41705C9-7153-1D8F-9F48-B9DC260217DB}"/>
          </ac:spMkLst>
        </pc:spChg>
      </pc:sldChg>
    </pc:docChg>
  </pc:docChgLst>
  <pc:docChgLst>
    <pc:chgData name="James Garner" userId="S::james.garner@endava.com::ab08df9a-0eb9-4052-a771-0ae124da23c9" providerId="AD" clId="Web-{F6FAC18D-C790-1FC0-9093-1E91B816B22D}"/>
    <pc:docChg chg="modSld">
      <pc:chgData name="James Garner" userId="S::james.garner@endava.com::ab08df9a-0eb9-4052-a771-0ae124da23c9" providerId="AD" clId="Web-{F6FAC18D-C790-1FC0-9093-1E91B816B22D}" dt="2024-05-03T02:18:38.192" v="186" actId="20577"/>
      <pc:docMkLst>
        <pc:docMk/>
      </pc:docMkLst>
      <pc:sldChg chg="modSp">
        <pc:chgData name="James Garner" userId="S::james.garner@endava.com::ab08df9a-0eb9-4052-a771-0ae124da23c9" providerId="AD" clId="Web-{F6FAC18D-C790-1FC0-9093-1E91B816B22D}" dt="2024-05-03T02:18:38.192" v="186" actId="20577"/>
        <pc:sldMkLst>
          <pc:docMk/>
          <pc:sldMk cId="3994349612" sldId="265"/>
        </pc:sldMkLst>
        <pc:spChg chg="mod">
          <ac:chgData name="James Garner" userId="S::james.garner@endava.com::ab08df9a-0eb9-4052-a771-0ae124da23c9" providerId="AD" clId="Web-{F6FAC18D-C790-1FC0-9093-1E91B816B22D}" dt="2024-05-03T02:18:38.192" v="186" actId="20577"/>
          <ac:spMkLst>
            <pc:docMk/>
            <pc:sldMk cId="3994349612" sldId="265"/>
            <ac:spMk id="9" creationId="{00000000-0000-0000-0000-000000000000}"/>
          </ac:spMkLst>
        </pc:spChg>
      </pc:sldChg>
    </pc:docChg>
  </pc:docChgLst>
  <pc:docChgLst>
    <pc:chgData name="Andrew Beals" userId="S::andrew.beals@endava.com::5c17cfa8-7a3f-453b-b648-9b92f251cd68" providerId="AD" clId="Web-{D4CEAE27-FC47-4FA1-F25C-FE143483044C}"/>
    <pc:docChg chg="modSld">
      <pc:chgData name="Andrew Beals" userId="S::andrew.beals@endava.com::5c17cfa8-7a3f-453b-b648-9b92f251cd68" providerId="AD" clId="Web-{D4CEAE27-FC47-4FA1-F25C-FE143483044C}" dt="2024-08-09T05:23:56.862" v="507" actId="20577"/>
      <pc:docMkLst>
        <pc:docMk/>
      </pc:docMkLst>
      <pc:sldChg chg="addSp delSp modSp">
        <pc:chgData name="Andrew Beals" userId="S::andrew.beals@endava.com::5c17cfa8-7a3f-453b-b648-9b92f251cd68" providerId="AD" clId="Web-{D4CEAE27-FC47-4FA1-F25C-FE143483044C}" dt="2024-08-09T05:23:56.862" v="507" actId="20577"/>
        <pc:sldMkLst>
          <pc:docMk/>
          <pc:sldMk cId="3994349612" sldId="265"/>
        </pc:sldMkLst>
        <pc:spChg chg="mod">
          <ac:chgData name="Andrew Beals" userId="S::andrew.beals@endava.com::5c17cfa8-7a3f-453b-b648-9b92f251cd68" providerId="AD" clId="Web-{D4CEAE27-FC47-4FA1-F25C-FE143483044C}" dt="2024-08-09T01:46:24.412" v="417" actId="1076"/>
          <ac:spMkLst>
            <pc:docMk/>
            <pc:sldMk cId="3994349612" sldId="265"/>
            <ac:spMk id="4" creationId="{00000000-0000-0000-0000-000000000000}"/>
          </ac:spMkLst>
        </pc:spChg>
        <pc:spChg chg="mod">
          <ac:chgData name="Andrew Beals" userId="S::andrew.beals@endava.com::5c17cfa8-7a3f-453b-b648-9b92f251cd68" providerId="AD" clId="Web-{D4CEAE27-FC47-4FA1-F25C-FE143483044C}" dt="2024-08-09T01:43:55.003" v="366" actId="1076"/>
          <ac:spMkLst>
            <pc:docMk/>
            <pc:sldMk cId="3994349612" sldId="265"/>
            <ac:spMk id="5" creationId="{00000000-0000-0000-0000-000000000000}"/>
          </ac:spMkLst>
        </pc:spChg>
        <pc:spChg chg="mod">
          <ac:chgData name="Andrew Beals" userId="S::andrew.beals@endava.com::5c17cfa8-7a3f-453b-b648-9b92f251cd68" providerId="AD" clId="Web-{D4CEAE27-FC47-4FA1-F25C-FE143483044C}" dt="2024-08-09T01:43:55.003" v="365" actId="1076"/>
          <ac:spMkLst>
            <pc:docMk/>
            <pc:sldMk cId="3994349612" sldId="265"/>
            <ac:spMk id="6" creationId="{00000000-0000-0000-0000-000000000000}"/>
          </ac:spMkLst>
        </pc:spChg>
        <pc:spChg chg="mod">
          <ac:chgData name="Andrew Beals" userId="S::andrew.beals@endava.com::5c17cfa8-7a3f-453b-b648-9b92f251cd68" providerId="AD" clId="Web-{D4CEAE27-FC47-4FA1-F25C-FE143483044C}" dt="2024-08-09T01:43:55.003" v="364" actId="1076"/>
          <ac:spMkLst>
            <pc:docMk/>
            <pc:sldMk cId="3994349612" sldId="265"/>
            <ac:spMk id="7" creationId="{00000000-0000-0000-0000-000000000000}"/>
          </ac:spMkLst>
        </pc:spChg>
        <pc:spChg chg="mod">
          <ac:chgData name="Andrew Beals" userId="S::andrew.beals@endava.com::5c17cfa8-7a3f-453b-b648-9b92f251cd68" providerId="AD" clId="Web-{D4CEAE27-FC47-4FA1-F25C-FE143483044C}" dt="2024-08-09T01:44:14.566" v="369" actId="1076"/>
          <ac:spMkLst>
            <pc:docMk/>
            <pc:sldMk cId="3994349612" sldId="265"/>
            <ac:spMk id="8" creationId="{00000000-0000-0000-0000-000000000000}"/>
          </ac:spMkLst>
        </pc:spChg>
        <pc:spChg chg="mod">
          <ac:chgData name="Andrew Beals" userId="S::andrew.beals@endava.com::5c17cfa8-7a3f-453b-b648-9b92f251cd68" providerId="AD" clId="Web-{D4CEAE27-FC47-4FA1-F25C-FE143483044C}" dt="2024-08-09T05:23:56.862" v="507" actId="20577"/>
          <ac:spMkLst>
            <pc:docMk/>
            <pc:sldMk cId="3994349612" sldId="265"/>
            <ac:spMk id="9" creationId="{00000000-0000-0000-0000-000000000000}"/>
          </ac:spMkLst>
        </pc:spChg>
        <pc:spChg chg="add del mod">
          <ac:chgData name="Andrew Beals" userId="S::andrew.beals@endava.com::5c17cfa8-7a3f-453b-b648-9b92f251cd68" providerId="AD" clId="Web-{D4CEAE27-FC47-4FA1-F25C-FE143483044C}" dt="2024-08-09T00:03:19.003" v="106"/>
          <ac:spMkLst>
            <pc:docMk/>
            <pc:sldMk cId="3994349612" sldId="265"/>
            <ac:spMk id="10" creationId="{4FFA15E0-C70C-8FCB-7B25-4A42A1AB0A44}"/>
          </ac:spMkLst>
        </pc:spChg>
        <pc:spChg chg="add mod">
          <ac:chgData name="Andrew Beals" userId="S::andrew.beals@endava.com::5c17cfa8-7a3f-453b-b648-9b92f251cd68" providerId="AD" clId="Web-{D4CEAE27-FC47-4FA1-F25C-FE143483044C}" dt="2024-08-09T04:51:06.146" v="446" actId="1076"/>
          <ac:spMkLst>
            <pc:docMk/>
            <pc:sldMk cId="3994349612" sldId="265"/>
            <ac:spMk id="10" creationId="{F41705C9-7153-1D8F-9F48-B9DC260217DB}"/>
          </ac:spMkLst>
        </pc:spChg>
        <pc:spChg chg="mod">
          <ac:chgData name="Andrew Beals" userId="S::andrew.beals@endava.com::5c17cfa8-7a3f-453b-b648-9b92f251cd68" providerId="AD" clId="Web-{D4CEAE27-FC47-4FA1-F25C-FE143483044C}" dt="2024-08-09T01:43:55.003" v="361" actId="1076"/>
          <ac:spMkLst>
            <pc:docMk/>
            <pc:sldMk cId="3994349612" sldId="265"/>
            <ac:spMk id="11" creationId="{00000000-0000-0000-0000-000000000000}"/>
          </ac:spMkLst>
        </pc:spChg>
        <pc:spChg chg="mod">
          <ac:chgData name="Andrew Beals" userId="S::andrew.beals@endava.com::5c17cfa8-7a3f-453b-b648-9b92f251cd68" providerId="AD" clId="Web-{D4CEAE27-FC47-4FA1-F25C-FE143483044C}" dt="2024-08-09T01:43:55.003" v="360" actId="1076"/>
          <ac:spMkLst>
            <pc:docMk/>
            <pc:sldMk cId="3994349612" sldId="265"/>
            <ac:spMk id="12" creationId="{00000000-0000-0000-0000-000000000000}"/>
          </ac:spMkLst>
        </pc:spChg>
        <pc:spChg chg="mod">
          <ac:chgData name="Andrew Beals" userId="S::andrew.beals@endava.com::5c17cfa8-7a3f-453b-b648-9b92f251cd68" providerId="AD" clId="Web-{D4CEAE27-FC47-4FA1-F25C-FE143483044C}" dt="2024-08-09T01:43:55.003" v="359" actId="1076"/>
          <ac:spMkLst>
            <pc:docMk/>
            <pc:sldMk cId="3994349612" sldId="265"/>
            <ac:spMk id="13" creationId="{00000000-0000-0000-0000-000000000000}"/>
          </ac:spMkLst>
        </pc:spChg>
        <pc:spChg chg="add del mod">
          <ac:chgData name="Andrew Beals" userId="S::andrew.beals@endava.com::5c17cfa8-7a3f-453b-b648-9b92f251cd68" providerId="AD" clId="Web-{D4CEAE27-FC47-4FA1-F25C-FE143483044C}" dt="2024-08-09T00:03:19.003" v="105"/>
          <ac:spMkLst>
            <pc:docMk/>
            <pc:sldMk cId="3994349612" sldId="265"/>
            <ac:spMk id="14" creationId="{345C8B5D-F794-E654-CD14-C2B1FDB111A4}"/>
          </ac:spMkLst>
        </pc:spChg>
        <pc:spChg chg="add del mod">
          <ac:chgData name="Andrew Beals" userId="S::andrew.beals@endava.com::5c17cfa8-7a3f-453b-b648-9b92f251cd68" providerId="AD" clId="Web-{D4CEAE27-FC47-4FA1-F25C-FE143483044C}" dt="2024-08-09T00:03:19.003" v="104"/>
          <ac:spMkLst>
            <pc:docMk/>
            <pc:sldMk cId="3994349612" sldId="265"/>
            <ac:spMk id="15" creationId="{BA9A4D47-7DE4-C694-6FE0-65259C2ABA32}"/>
          </ac:spMkLst>
        </pc:spChg>
        <pc:spChg chg="mod">
          <ac:chgData name="Andrew Beals" userId="S::andrew.beals@endava.com::5c17cfa8-7a3f-453b-b648-9b92f251cd68" providerId="AD" clId="Web-{D4CEAE27-FC47-4FA1-F25C-FE143483044C}" dt="2024-08-09T01:43:55.003" v="343" actId="1076"/>
          <ac:spMkLst>
            <pc:docMk/>
            <pc:sldMk cId="3994349612" sldId="265"/>
            <ac:spMk id="17" creationId="{5F4A1C52-005C-B321-3A73-C217C231A2A1}"/>
          </ac:spMkLst>
        </pc:spChg>
        <pc:spChg chg="mod">
          <ac:chgData name="Andrew Beals" userId="S::andrew.beals@endava.com::5c17cfa8-7a3f-453b-b648-9b92f251cd68" providerId="AD" clId="Web-{D4CEAE27-FC47-4FA1-F25C-FE143483044C}" dt="2024-08-09T01:46:24.459" v="418" actId="1076"/>
          <ac:spMkLst>
            <pc:docMk/>
            <pc:sldMk cId="3994349612" sldId="265"/>
            <ac:spMk id="24" creationId="{B08B74BE-5E2A-1148-DDEA-1C9745903F03}"/>
          </ac:spMkLst>
        </pc:spChg>
        <pc:spChg chg="mod">
          <ac:chgData name="Andrew Beals" userId="S::andrew.beals@endava.com::5c17cfa8-7a3f-453b-b648-9b92f251cd68" providerId="AD" clId="Web-{D4CEAE27-FC47-4FA1-F25C-FE143483044C}" dt="2024-08-09T01:44:14.691" v="371" actId="1076"/>
          <ac:spMkLst>
            <pc:docMk/>
            <pc:sldMk cId="3994349612" sldId="265"/>
            <ac:spMk id="26" creationId="{00000000-0000-0000-0000-000000000000}"/>
          </ac:spMkLst>
        </pc:spChg>
        <pc:spChg chg="mod">
          <ac:chgData name="Andrew Beals" userId="S::andrew.beals@endava.com::5c17cfa8-7a3f-453b-b648-9b92f251cd68" providerId="AD" clId="Web-{D4CEAE27-FC47-4FA1-F25C-FE143483044C}" dt="2024-08-09T01:43:55.003" v="357" actId="1076"/>
          <ac:spMkLst>
            <pc:docMk/>
            <pc:sldMk cId="3994349612" sldId="265"/>
            <ac:spMk id="49" creationId="{BB76BAC1-3FF8-5A3B-FBA8-219A535CD6C0}"/>
          </ac:spMkLst>
        </pc:spChg>
        <pc:spChg chg="mod">
          <ac:chgData name="Andrew Beals" userId="S::andrew.beals@endava.com::5c17cfa8-7a3f-453b-b648-9b92f251cd68" providerId="AD" clId="Web-{D4CEAE27-FC47-4FA1-F25C-FE143483044C}" dt="2024-08-09T01:43:55.003" v="356" actId="1076"/>
          <ac:spMkLst>
            <pc:docMk/>
            <pc:sldMk cId="3994349612" sldId="265"/>
            <ac:spMk id="50" creationId="{98C5604C-9802-2CE0-0D69-4AFCF9082A1E}"/>
          </ac:spMkLst>
        </pc:spChg>
        <pc:spChg chg="mod">
          <ac:chgData name="Andrew Beals" userId="S::andrew.beals@endava.com::5c17cfa8-7a3f-453b-b648-9b92f251cd68" providerId="AD" clId="Web-{D4CEAE27-FC47-4FA1-F25C-FE143483044C}" dt="2024-08-09T01:43:55.003" v="355" actId="1076"/>
          <ac:spMkLst>
            <pc:docMk/>
            <pc:sldMk cId="3994349612" sldId="265"/>
            <ac:spMk id="51" creationId="{4FA84C3B-4291-90F7-CFB6-DF80DB96E69A}"/>
          </ac:spMkLst>
        </pc:spChg>
        <pc:spChg chg="mod">
          <ac:chgData name="Andrew Beals" userId="S::andrew.beals@endava.com::5c17cfa8-7a3f-453b-b648-9b92f251cd68" providerId="AD" clId="Web-{D4CEAE27-FC47-4FA1-F25C-FE143483044C}" dt="2024-08-09T01:43:55.003" v="354" actId="1076"/>
          <ac:spMkLst>
            <pc:docMk/>
            <pc:sldMk cId="3994349612" sldId="265"/>
            <ac:spMk id="52" creationId="{C117C8D2-E049-2A48-1920-CBD89A99E2A1}"/>
          </ac:spMkLst>
        </pc:spChg>
        <pc:spChg chg="mod">
          <ac:chgData name="Andrew Beals" userId="S::andrew.beals@endava.com::5c17cfa8-7a3f-453b-b648-9b92f251cd68" providerId="AD" clId="Web-{D4CEAE27-FC47-4FA1-F25C-FE143483044C}" dt="2024-08-09T01:43:55.003" v="353" actId="1076"/>
          <ac:spMkLst>
            <pc:docMk/>
            <pc:sldMk cId="3994349612" sldId="265"/>
            <ac:spMk id="53" creationId="{537D7F4A-EE31-C6ED-AC96-7CA8BE4E374A}"/>
          </ac:spMkLst>
        </pc:spChg>
        <pc:spChg chg="mod">
          <ac:chgData name="Andrew Beals" userId="S::andrew.beals@endava.com::5c17cfa8-7a3f-453b-b648-9b92f251cd68" providerId="AD" clId="Web-{D4CEAE27-FC47-4FA1-F25C-FE143483044C}" dt="2024-08-09T01:43:55.003" v="352" actId="1076"/>
          <ac:spMkLst>
            <pc:docMk/>
            <pc:sldMk cId="3994349612" sldId="265"/>
            <ac:spMk id="54" creationId="{D4043BBA-5F39-78CF-4554-625EEBE6EB61}"/>
          </ac:spMkLst>
        </pc:spChg>
        <pc:spChg chg="mod">
          <ac:chgData name="Andrew Beals" userId="S::andrew.beals@endava.com::5c17cfa8-7a3f-453b-b648-9b92f251cd68" providerId="AD" clId="Web-{D4CEAE27-FC47-4FA1-F25C-FE143483044C}" dt="2024-08-09T01:43:55.003" v="351" actId="1076"/>
          <ac:spMkLst>
            <pc:docMk/>
            <pc:sldMk cId="3994349612" sldId="265"/>
            <ac:spMk id="55" creationId="{EC14CB04-8CD8-F74D-D6E2-EE85F905A988}"/>
          </ac:spMkLst>
        </pc:spChg>
        <pc:spChg chg="mod">
          <ac:chgData name="Andrew Beals" userId="S::andrew.beals@endava.com::5c17cfa8-7a3f-453b-b648-9b92f251cd68" providerId="AD" clId="Web-{D4CEAE27-FC47-4FA1-F25C-FE143483044C}" dt="2024-08-09T01:43:55.003" v="350" actId="1076"/>
          <ac:spMkLst>
            <pc:docMk/>
            <pc:sldMk cId="3994349612" sldId="265"/>
            <ac:spMk id="56" creationId="{2C0B6D9E-FD35-F8F4-7273-85E385A53DB7}"/>
          </ac:spMkLst>
        </pc:spChg>
        <pc:spChg chg="mod">
          <ac:chgData name="Andrew Beals" userId="S::andrew.beals@endava.com::5c17cfa8-7a3f-453b-b648-9b92f251cd68" providerId="AD" clId="Web-{D4CEAE27-FC47-4FA1-F25C-FE143483044C}" dt="2024-08-09T01:43:55.003" v="349" actId="1076"/>
          <ac:spMkLst>
            <pc:docMk/>
            <pc:sldMk cId="3994349612" sldId="265"/>
            <ac:spMk id="57" creationId="{97193887-FD97-E2C6-9699-317BF7345A1E}"/>
          </ac:spMkLst>
        </pc:spChg>
        <pc:spChg chg="mod">
          <ac:chgData name="Andrew Beals" userId="S::andrew.beals@endava.com::5c17cfa8-7a3f-453b-b648-9b92f251cd68" providerId="AD" clId="Web-{D4CEAE27-FC47-4FA1-F25C-FE143483044C}" dt="2024-08-09T01:43:55.003" v="348" actId="1076"/>
          <ac:spMkLst>
            <pc:docMk/>
            <pc:sldMk cId="3994349612" sldId="265"/>
            <ac:spMk id="58" creationId="{FC9CD263-0AE3-5D11-2822-98F3FE72AFB2}"/>
          </ac:spMkLst>
        </pc:spChg>
        <pc:spChg chg="mod">
          <ac:chgData name="Andrew Beals" userId="S::andrew.beals@endava.com::5c17cfa8-7a3f-453b-b648-9b92f251cd68" providerId="AD" clId="Web-{D4CEAE27-FC47-4FA1-F25C-FE143483044C}" dt="2024-08-09T01:43:55.003" v="347" actId="1076"/>
          <ac:spMkLst>
            <pc:docMk/>
            <pc:sldMk cId="3994349612" sldId="265"/>
            <ac:spMk id="59" creationId="{8F58109A-D126-1ACA-E39E-A9F0F28C0BEA}"/>
          </ac:spMkLst>
        </pc:spChg>
        <pc:spChg chg="mod">
          <ac:chgData name="Andrew Beals" userId="S::andrew.beals@endava.com::5c17cfa8-7a3f-453b-b648-9b92f251cd68" providerId="AD" clId="Web-{D4CEAE27-FC47-4FA1-F25C-FE143483044C}" dt="2024-08-09T01:43:55.003" v="346" actId="1076"/>
          <ac:spMkLst>
            <pc:docMk/>
            <pc:sldMk cId="3994349612" sldId="265"/>
            <ac:spMk id="60" creationId="{90708854-CEA2-A036-D47E-6A2FB5B71CB3}"/>
          </ac:spMkLst>
        </pc:spChg>
        <pc:spChg chg="del mod">
          <ac:chgData name="Andrew Beals" userId="S::andrew.beals@endava.com::5c17cfa8-7a3f-453b-b648-9b92f251cd68" providerId="AD" clId="Web-{D4CEAE27-FC47-4FA1-F25C-FE143483044C}" dt="2024-08-09T00:01:46.531" v="82"/>
          <ac:spMkLst>
            <pc:docMk/>
            <pc:sldMk cId="3994349612" sldId="265"/>
            <ac:spMk id="1031" creationId="{4FFA15E0-C70C-8FCB-7B25-4A42A1AB0A44}"/>
          </ac:spMkLst>
        </pc:spChg>
        <pc:spChg chg="mod">
          <ac:chgData name="Andrew Beals" userId="S::andrew.beals@endava.com::5c17cfa8-7a3f-453b-b648-9b92f251cd68" providerId="AD" clId="Web-{D4CEAE27-FC47-4FA1-F25C-FE143483044C}" dt="2024-08-09T01:46:24.741" v="423" actId="1076"/>
          <ac:spMkLst>
            <pc:docMk/>
            <pc:sldMk cId="3994349612" sldId="265"/>
            <ac:spMk id="1033" creationId="{BA9A4D47-7DE4-C694-6FE0-65259C2ABA32}"/>
          </ac:spMkLst>
        </pc:spChg>
        <pc:picChg chg="add mod">
          <ac:chgData name="Andrew Beals" userId="S::andrew.beals@endava.com::5c17cfa8-7a3f-453b-b648-9b92f251cd68" providerId="AD" clId="Web-{D4CEAE27-FC47-4FA1-F25C-FE143483044C}" dt="2024-08-09T01:46:24.662" v="422" actId="1076"/>
          <ac:picMkLst>
            <pc:docMk/>
            <pc:sldMk cId="3994349612" sldId="265"/>
            <ac:picMk id="16" creationId="{5A3F7C16-696C-77F8-B797-53B2E69EAD7B}"/>
          </ac:picMkLst>
        </pc:picChg>
        <pc:picChg chg="mod">
          <ac:chgData name="Andrew Beals" userId="S::andrew.beals@endava.com::5c17cfa8-7a3f-453b-b648-9b92f251cd68" providerId="AD" clId="Web-{D4CEAE27-FC47-4FA1-F25C-FE143483044C}" dt="2024-08-09T01:44:14.878" v="374" actId="1076"/>
          <ac:picMkLst>
            <pc:docMk/>
            <pc:sldMk cId="3994349612" sldId="265"/>
            <ac:picMk id="18" creationId="{BD01D38D-F00C-41A3-C0FF-260DADA4F460}"/>
          </ac:picMkLst>
        </pc:picChg>
        <pc:picChg chg="mod">
          <ac:chgData name="Andrew Beals" userId="S::andrew.beals@endava.com::5c17cfa8-7a3f-453b-b648-9b92f251cd68" providerId="AD" clId="Web-{D4CEAE27-FC47-4FA1-F25C-FE143483044C}" dt="2024-08-09T01:46:24.506" v="419" actId="1076"/>
          <ac:picMkLst>
            <pc:docMk/>
            <pc:sldMk cId="3994349612" sldId="265"/>
            <ac:picMk id="20" creationId="{9D68C867-524C-C11A-64CE-F370A3B202DA}"/>
          </ac:picMkLst>
        </pc:picChg>
        <pc:picChg chg="mod">
          <ac:chgData name="Andrew Beals" userId="S::andrew.beals@endava.com::5c17cfa8-7a3f-453b-b648-9b92f251cd68" providerId="AD" clId="Web-{D4CEAE27-FC47-4FA1-F25C-FE143483044C}" dt="2024-08-09T01:46:24.569" v="420" actId="1076"/>
          <ac:picMkLst>
            <pc:docMk/>
            <pc:sldMk cId="3994349612" sldId="265"/>
            <ac:picMk id="21" creationId="{821D23FE-94BF-2F80-24E6-1E7450ED525A}"/>
          </ac:picMkLst>
        </pc:picChg>
        <pc:picChg chg="mod">
          <ac:chgData name="Andrew Beals" userId="S::andrew.beals@endava.com::5c17cfa8-7a3f-453b-b648-9b92f251cd68" providerId="AD" clId="Web-{D4CEAE27-FC47-4FA1-F25C-FE143483044C}" dt="2024-08-09T01:46:24.616" v="421" actId="1076"/>
          <ac:picMkLst>
            <pc:docMk/>
            <pc:sldMk cId="3994349612" sldId="265"/>
            <ac:picMk id="23" creationId="{0352BF83-983E-D6EA-B9B1-96837AC558A8}"/>
          </ac:picMkLst>
        </pc:picChg>
      </pc:sldChg>
    </pc:docChg>
  </pc:docChgLst>
  <pc:docChgLst>
    <pc:chgData name="Kim Stocker" userId="S::kim.stocker@endava.com::f7031cfb-0706-4697-98e8-93f7e89f9bea" providerId="AD" clId="Web-{EEEB5D9C-1450-89D8-5326-038F9C3472E6}"/>
    <pc:docChg chg="delSld">
      <pc:chgData name="Kim Stocker" userId="S::kim.stocker@endava.com::f7031cfb-0706-4697-98e8-93f7e89f9bea" providerId="AD" clId="Web-{EEEB5D9C-1450-89D8-5326-038F9C3472E6}" dt="2024-05-03T02:01:42.324" v="2"/>
      <pc:docMkLst>
        <pc:docMk/>
      </pc:docMkLst>
      <pc:sldChg chg="del">
        <pc:chgData name="Kim Stocker" userId="S::kim.stocker@endava.com::f7031cfb-0706-4697-98e8-93f7e89f9bea" providerId="AD" clId="Web-{EEEB5D9C-1450-89D8-5326-038F9C3472E6}" dt="2024-05-03T02:01:42.309" v="0"/>
        <pc:sldMkLst>
          <pc:docMk/>
          <pc:sldMk cId="0" sldId="256"/>
        </pc:sldMkLst>
      </pc:sldChg>
      <pc:sldChg chg="del">
        <pc:chgData name="Kim Stocker" userId="S::kim.stocker@endava.com::f7031cfb-0706-4697-98e8-93f7e89f9bea" providerId="AD" clId="Web-{EEEB5D9C-1450-89D8-5326-038F9C3472E6}" dt="2024-05-03T02:01:42.324" v="2"/>
        <pc:sldMkLst>
          <pc:docMk/>
          <pc:sldMk cId="824893902" sldId="262"/>
        </pc:sldMkLst>
      </pc:sldChg>
      <pc:sldChg chg="del">
        <pc:chgData name="Kim Stocker" userId="S::kim.stocker@endava.com::f7031cfb-0706-4697-98e8-93f7e89f9bea" providerId="AD" clId="Web-{EEEB5D9C-1450-89D8-5326-038F9C3472E6}" dt="2024-05-03T02:01:42.309" v="1"/>
        <pc:sldMkLst>
          <pc:docMk/>
          <pc:sldMk cId="3397465102" sldId="26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4" name="Shape 124"/>
          <p:cNvSpPr>
            <a:spLocks noGrp="1" noRot="1" noChangeAspect="1"/>
          </p:cNvSpPr>
          <p:nvPr>
            <p:ph type="sldImg"/>
          </p:nvPr>
        </p:nvSpPr>
        <p:spPr>
          <a:xfrm>
            <a:off x="1143000" y="685800"/>
            <a:ext cx="4572000" cy="3429000"/>
          </a:xfrm>
          <a:prstGeom prst="rect">
            <a:avLst/>
          </a:prstGeom>
        </p:spPr>
        <p:txBody>
          <a:bodyPr/>
          <a:lstStyle/>
          <a:p>
            <a:endParaRPr/>
          </a:p>
        </p:txBody>
      </p:sp>
      <p:sp>
        <p:nvSpPr>
          <p:cNvPr id="125" name="Shape 125"/>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3700">
        <a:latin typeface="+mn-lt"/>
        <a:ea typeface="+mn-ea"/>
        <a:cs typeface="+mn-cs"/>
        <a:sym typeface="Arial"/>
      </a:defRPr>
    </a:lvl1pPr>
    <a:lvl2pPr indent="228600" latinLnBrk="0">
      <a:defRPr sz="3700">
        <a:latin typeface="+mn-lt"/>
        <a:ea typeface="+mn-ea"/>
        <a:cs typeface="+mn-cs"/>
        <a:sym typeface="Arial"/>
      </a:defRPr>
    </a:lvl2pPr>
    <a:lvl3pPr indent="457200" latinLnBrk="0">
      <a:defRPr sz="3700">
        <a:latin typeface="+mn-lt"/>
        <a:ea typeface="+mn-ea"/>
        <a:cs typeface="+mn-cs"/>
        <a:sym typeface="Arial"/>
      </a:defRPr>
    </a:lvl3pPr>
    <a:lvl4pPr indent="685800" latinLnBrk="0">
      <a:defRPr sz="3700">
        <a:latin typeface="+mn-lt"/>
        <a:ea typeface="+mn-ea"/>
        <a:cs typeface="+mn-cs"/>
        <a:sym typeface="Arial"/>
      </a:defRPr>
    </a:lvl4pPr>
    <a:lvl5pPr indent="914400" latinLnBrk="0">
      <a:defRPr sz="3700">
        <a:latin typeface="+mn-lt"/>
        <a:ea typeface="+mn-ea"/>
        <a:cs typeface="+mn-cs"/>
        <a:sym typeface="Arial"/>
      </a:defRPr>
    </a:lvl5pPr>
    <a:lvl6pPr indent="1143000" latinLnBrk="0">
      <a:defRPr sz="3700">
        <a:latin typeface="+mn-lt"/>
        <a:ea typeface="+mn-ea"/>
        <a:cs typeface="+mn-cs"/>
        <a:sym typeface="Arial"/>
      </a:defRPr>
    </a:lvl6pPr>
    <a:lvl7pPr indent="1371600" latinLnBrk="0">
      <a:defRPr sz="3700">
        <a:latin typeface="+mn-lt"/>
        <a:ea typeface="+mn-ea"/>
        <a:cs typeface="+mn-cs"/>
        <a:sym typeface="Arial"/>
      </a:defRPr>
    </a:lvl7pPr>
    <a:lvl8pPr indent="1600200" latinLnBrk="0">
      <a:defRPr sz="3700">
        <a:latin typeface="+mn-lt"/>
        <a:ea typeface="+mn-ea"/>
        <a:cs typeface="+mn-cs"/>
        <a:sym typeface="Arial"/>
      </a:defRPr>
    </a:lvl8pPr>
    <a:lvl9pPr indent="1828800" latinLnBrk="0">
      <a:defRPr sz="37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8482251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t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3" name="Title Text"/>
          <p:cNvSpPr txBox="1">
            <a:spLocks noGrp="1"/>
          </p:cNvSpPr>
          <p:nvPr>
            <p:ph type="title"/>
          </p:nvPr>
        </p:nvSpPr>
        <p:spPr>
          <a:xfrm>
            <a:off x="3047801" y="2244725"/>
            <a:ext cx="18286811" cy="4775200"/>
          </a:xfrm>
          <a:prstGeom prst="rect">
            <a:avLst/>
          </a:prstGeom>
        </p:spPr>
        <p:txBody>
          <a:bodyPr anchor="b"/>
          <a:lstStyle>
            <a:lvl1pPr algn="ctr">
              <a:defRPr sz="5900"/>
            </a:lvl1pPr>
          </a:lstStyle>
          <a:p>
            <a:r>
              <a:t>Title Text</a:t>
            </a:r>
          </a:p>
        </p:txBody>
      </p:sp>
      <p:sp>
        <p:nvSpPr>
          <p:cNvPr id="14" name="Slide Number"/>
          <p:cNvSpPr txBox="1">
            <a:spLocks noGrp="1"/>
          </p:cNvSpPr>
          <p:nvPr>
            <p:ph type="sldNum" sz="quarter" idx="2"/>
          </p:nvPr>
        </p:nvSpPr>
        <p:spPr>
          <a:xfrm>
            <a:off x="11958191" y="13081000"/>
            <a:ext cx="453332" cy="447229"/>
          </a:xfrm>
          <a:prstGeom prst="rect">
            <a:avLst/>
          </a:prstGeom>
        </p:spPr>
        <p:txBody>
          <a:bodyPr/>
          <a:lstStyle>
            <a:lvl1pPr algn="ctr">
              <a:defRPr sz="2400"/>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Header and Footer">
    <p:spTree>
      <p:nvGrpSpPr>
        <p:cNvPr id="1" name=""/>
        <p:cNvGrpSpPr/>
        <p:nvPr/>
      </p:nvGrpSpPr>
      <p:grpSpPr>
        <a:xfrm>
          <a:off x="0" y="0"/>
          <a:ext cx="0" cy="0"/>
          <a:chOff x="0" y="0"/>
          <a:chExt cx="0" cy="0"/>
        </a:xfrm>
      </p:grpSpPr>
      <p:sp>
        <p:nvSpPr>
          <p:cNvPr id="21" name="Rectangle"/>
          <p:cNvSpPr/>
          <p:nvPr/>
        </p:nvSpPr>
        <p:spPr>
          <a:xfrm>
            <a:off x="1777883" y="-3176"/>
            <a:ext cx="413641" cy="48545"/>
          </a:xfrm>
          <a:prstGeom prst="rect">
            <a:avLst/>
          </a:prstGeom>
          <a:solidFill>
            <a:srgbClr val="DE411B"/>
          </a:solidFill>
          <a:ln w="12700">
            <a:miter lim="400000"/>
          </a:ln>
        </p:spPr>
        <p:txBody>
          <a:bodyPr lIns="0" tIns="0" rIns="0" bIns="0" anchor="ctr"/>
          <a:lstStyle/>
          <a:p>
            <a:pPr algn="ctr" defTabSz="825416">
              <a:defRPr sz="3200">
                <a:solidFill>
                  <a:srgbClr val="000000"/>
                </a:solidFill>
              </a:defRPr>
            </a:pPr>
            <a:endParaRPr/>
          </a:p>
        </p:txBody>
      </p:sp>
      <p:pic>
        <p:nvPicPr>
          <p:cNvPr id="22" name="Picture 6" descr="Picture 6"/>
          <p:cNvPicPr>
            <a:picLocks noChangeAspect="1"/>
          </p:cNvPicPr>
          <p:nvPr/>
        </p:nvPicPr>
        <p:blipFill>
          <a:blip r:embed="rId2"/>
          <a:stretch>
            <a:fillRect/>
          </a:stretch>
        </p:blipFill>
        <p:spPr>
          <a:xfrm>
            <a:off x="97601" y="13292244"/>
            <a:ext cx="430531" cy="320677"/>
          </a:xfrm>
          <a:prstGeom prst="rect">
            <a:avLst/>
          </a:prstGeom>
          <a:ln w="12700">
            <a:miter lim="400000"/>
          </a:ln>
        </p:spPr>
      </p:pic>
      <p:sp>
        <p:nvSpPr>
          <p:cNvPr id="23" name="Client name  //  presentation name  //  © Copyright 2020 Endava  //  Confidential and Proprietary  //  Version 1.0"/>
          <p:cNvSpPr txBox="1"/>
          <p:nvPr/>
        </p:nvSpPr>
        <p:spPr>
          <a:xfrm>
            <a:off x="674045" y="13303058"/>
            <a:ext cx="21321474" cy="3156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2" tIns="71432" rIns="71432" bIns="71432" anchor="ctr">
            <a:spAutoFit/>
          </a:bodyPr>
          <a:lstStyle/>
          <a:p>
            <a:pPr defTabSz="821448">
              <a:defRPr sz="1200" spc="119">
                <a:solidFill>
                  <a:srgbClr val="929292"/>
                </a:solidFill>
              </a:defRPr>
            </a:pPr>
            <a:r>
              <a:t>© Copyright 2023 Endava  //  Confidential and Proprietary</a:t>
            </a:r>
          </a:p>
        </p:txBody>
      </p:sp>
      <p:sp>
        <p:nvSpPr>
          <p:cNvPr id="24" name="Body Level One…"/>
          <p:cNvSpPr txBox="1">
            <a:spLocks noGrp="1"/>
          </p:cNvSpPr>
          <p:nvPr>
            <p:ph type="body" sz="quarter" idx="1"/>
          </p:nvPr>
        </p:nvSpPr>
        <p:spPr>
          <a:xfrm>
            <a:off x="1703174" y="210052"/>
            <a:ext cx="4959368" cy="390491"/>
          </a:xfrm>
          <a:prstGeom prst="rect">
            <a:avLst/>
          </a:prstGeom>
        </p:spPr>
        <p:txBody>
          <a:bodyPr lIns="71436" tIns="71436" rIns="71436" bIns="71436"/>
          <a:lstStyle>
            <a:lvl1pPr marL="0" indent="0">
              <a:buSzTx/>
              <a:buNone/>
              <a:defRPr sz="1600"/>
            </a:lvl1pPr>
            <a:lvl2pPr marL="846581" indent="-211645">
              <a:defRPr sz="1600"/>
            </a:lvl2pPr>
            <a:lvl3pPr marL="1481518" indent="-211645">
              <a:defRPr sz="1600"/>
            </a:lvl3pPr>
            <a:lvl4pPr marL="2116454" indent="-211645">
              <a:defRPr sz="1600"/>
            </a:lvl4pPr>
            <a:lvl5pPr marL="2751391" indent="-211645">
              <a:defRPr sz="1600"/>
            </a:lvl5pPr>
          </a:lstStyle>
          <a:p>
            <a:r>
              <a:t>Body Level One</a:t>
            </a:r>
          </a:p>
          <a:p>
            <a:pPr lvl="1"/>
            <a:r>
              <a:t>Body Level Two</a:t>
            </a:r>
          </a:p>
          <a:p>
            <a:pPr lvl="2"/>
            <a:r>
              <a:t>Body Level Three</a:t>
            </a:r>
          </a:p>
          <a:p>
            <a:pPr lvl="3"/>
            <a:r>
              <a:t>Body Level Four</a:t>
            </a:r>
          </a:p>
          <a:p>
            <a:pPr lvl="4"/>
            <a:r>
              <a:t>Body Level Five</a:t>
            </a:r>
          </a:p>
        </p:txBody>
      </p:sp>
      <p:sp>
        <p:nvSpPr>
          <p:cNvPr id="2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Header and Footer - Black">
    <p:bg>
      <p:bgPr>
        <a:solidFill>
          <a:srgbClr val="000000"/>
        </a:solidFill>
        <a:effectLst/>
      </p:bgPr>
    </p:bg>
    <p:spTree>
      <p:nvGrpSpPr>
        <p:cNvPr id="1" name=""/>
        <p:cNvGrpSpPr/>
        <p:nvPr/>
      </p:nvGrpSpPr>
      <p:grpSpPr>
        <a:xfrm>
          <a:off x="0" y="0"/>
          <a:ext cx="0" cy="0"/>
          <a:chOff x="0" y="0"/>
          <a:chExt cx="0" cy="0"/>
        </a:xfrm>
      </p:grpSpPr>
      <p:sp>
        <p:nvSpPr>
          <p:cNvPr id="32" name="Rectangle"/>
          <p:cNvSpPr/>
          <p:nvPr/>
        </p:nvSpPr>
        <p:spPr>
          <a:xfrm>
            <a:off x="1777883" y="-3176"/>
            <a:ext cx="413641" cy="48545"/>
          </a:xfrm>
          <a:prstGeom prst="rect">
            <a:avLst/>
          </a:prstGeom>
          <a:solidFill>
            <a:srgbClr val="DE411B"/>
          </a:solidFill>
          <a:ln w="12700">
            <a:miter lim="400000"/>
          </a:ln>
        </p:spPr>
        <p:txBody>
          <a:bodyPr lIns="0" tIns="0" rIns="0" bIns="0" anchor="ctr"/>
          <a:lstStyle/>
          <a:p>
            <a:pPr algn="ctr" defTabSz="825416">
              <a:defRPr sz="3200">
                <a:solidFill>
                  <a:srgbClr val="000000"/>
                </a:solidFill>
              </a:defRPr>
            </a:pPr>
            <a:endParaRPr/>
          </a:p>
        </p:txBody>
      </p:sp>
      <p:pic>
        <p:nvPicPr>
          <p:cNvPr id="33" name="Picture 6" descr="Picture 6"/>
          <p:cNvPicPr>
            <a:picLocks noChangeAspect="1"/>
          </p:cNvPicPr>
          <p:nvPr/>
        </p:nvPicPr>
        <p:blipFill>
          <a:blip r:embed="rId2"/>
          <a:stretch>
            <a:fillRect/>
          </a:stretch>
        </p:blipFill>
        <p:spPr>
          <a:xfrm>
            <a:off x="97601" y="13292244"/>
            <a:ext cx="430531" cy="320677"/>
          </a:xfrm>
          <a:prstGeom prst="rect">
            <a:avLst/>
          </a:prstGeom>
          <a:ln w="12700">
            <a:miter lim="400000"/>
          </a:ln>
        </p:spPr>
      </p:pic>
      <p:sp>
        <p:nvSpPr>
          <p:cNvPr id="34" name="Client name  //  presentation name  //  © Copyright 2020 Endava  //  Confidential and Proprietary  //  Version 1.0"/>
          <p:cNvSpPr txBox="1"/>
          <p:nvPr/>
        </p:nvSpPr>
        <p:spPr>
          <a:xfrm>
            <a:off x="674045" y="13303058"/>
            <a:ext cx="21321474" cy="3156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2" tIns="71432" rIns="71432" bIns="71432" anchor="ctr">
            <a:spAutoFit/>
          </a:bodyPr>
          <a:lstStyle/>
          <a:p>
            <a:pPr defTabSz="821448">
              <a:defRPr sz="1200" spc="119">
                <a:solidFill>
                  <a:srgbClr val="929292"/>
                </a:solidFill>
              </a:defRPr>
            </a:pPr>
            <a:r>
              <a:t>© Copyright 2023 Endava  //  Confidential and Proprietary</a:t>
            </a:r>
          </a:p>
        </p:txBody>
      </p:sp>
      <p:sp>
        <p:nvSpPr>
          <p:cNvPr id="35" name="Body Level One…"/>
          <p:cNvSpPr txBox="1">
            <a:spLocks noGrp="1"/>
          </p:cNvSpPr>
          <p:nvPr>
            <p:ph type="body" sz="quarter" idx="1"/>
          </p:nvPr>
        </p:nvSpPr>
        <p:spPr>
          <a:xfrm>
            <a:off x="1703174" y="210052"/>
            <a:ext cx="4959368" cy="390491"/>
          </a:xfrm>
          <a:prstGeom prst="rect">
            <a:avLst/>
          </a:prstGeom>
        </p:spPr>
        <p:txBody>
          <a:bodyPr lIns="71436" tIns="71436" rIns="71436" bIns="71436"/>
          <a:lstStyle>
            <a:lvl1pPr marL="0" indent="0">
              <a:buSzTx/>
              <a:buNone/>
              <a:defRPr sz="1600"/>
            </a:lvl1pPr>
            <a:lvl2pPr marL="846581" indent="-211645">
              <a:defRPr sz="1600"/>
            </a:lvl2pPr>
            <a:lvl3pPr marL="1481518" indent="-211645">
              <a:defRPr sz="1600"/>
            </a:lvl3pPr>
            <a:lvl4pPr marL="2116454" indent="-211645">
              <a:defRPr sz="1600"/>
            </a:lvl4pPr>
            <a:lvl5pPr marL="2751391" indent="-211645">
              <a:defRPr sz="1600"/>
            </a:lvl5pPr>
          </a:lstStyle>
          <a:p>
            <a:r>
              <a:t>Body Level One</a:t>
            </a:r>
          </a:p>
          <a:p>
            <a:pPr lvl="1"/>
            <a:r>
              <a:t>Body Level Two</a:t>
            </a:r>
          </a:p>
          <a:p>
            <a:pPr lvl="2"/>
            <a:r>
              <a:t>Body Level Three</a:t>
            </a:r>
          </a:p>
          <a:p>
            <a:pPr lvl="3"/>
            <a:r>
              <a:t>Body Level Four</a:t>
            </a:r>
          </a:p>
          <a:p>
            <a:pPr lvl="4"/>
            <a:r>
              <a:t>Body Level Five</a:t>
            </a:r>
          </a:p>
        </p:txBody>
      </p:sp>
      <p:sp>
        <p:nvSpPr>
          <p:cNvPr id="36"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Footer">
    <p:spTree>
      <p:nvGrpSpPr>
        <p:cNvPr id="1" name=""/>
        <p:cNvGrpSpPr/>
        <p:nvPr/>
      </p:nvGrpSpPr>
      <p:grpSpPr>
        <a:xfrm>
          <a:off x="0" y="0"/>
          <a:ext cx="0" cy="0"/>
          <a:chOff x="0" y="0"/>
          <a:chExt cx="0" cy="0"/>
        </a:xfrm>
      </p:grpSpPr>
      <p:sp>
        <p:nvSpPr>
          <p:cNvPr id="4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Footer - Black">
    <p:bg>
      <p:bgPr>
        <a:solidFill>
          <a:srgbClr val="000000"/>
        </a:solidFill>
        <a:effectLst/>
      </p:bgPr>
    </p:bg>
    <p:spTree>
      <p:nvGrpSpPr>
        <p:cNvPr id="1" name=""/>
        <p:cNvGrpSpPr/>
        <p:nvPr/>
      </p:nvGrpSpPr>
      <p:grpSpPr>
        <a:xfrm>
          <a:off x="0" y="0"/>
          <a:ext cx="0" cy="0"/>
          <a:chOff x="0" y="0"/>
          <a:chExt cx="0" cy="0"/>
        </a:xfrm>
      </p:grpSpPr>
      <p:sp>
        <p:nvSpPr>
          <p:cNvPr id="50" name="Client name  //  presentation name  //  © Copyright 2020 Endava  //  Confidential and Proprietary  //  Version 1.0"/>
          <p:cNvSpPr txBox="1"/>
          <p:nvPr/>
        </p:nvSpPr>
        <p:spPr>
          <a:xfrm>
            <a:off x="674045" y="13303058"/>
            <a:ext cx="21321474" cy="3156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2" tIns="71432" rIns="71432" bIns="71432" anchor="ctr">
            <a:spAutoFit/>
          </a:bodyPr>
          <a:lstStyle/>
          <a:p>
            <a:pPr defTabSz="821448">
              <a:defRPr sz="1200" b="1" spc="119">
                <a:solidFill>
                  <a:srgbClr val="929292"/>
                </a:solidFill>
              </a:defRPr>
            </a:pPr>
            <a:r>
              <a:t>Client name  </a:t>
            </a:r>
            <a:r>
              <a:rPr b="0"/>
              <a:t>// </a:t>
            </a:r>
            <a:r>
              <a:t> </a:t>
            </a:r>
            <a:r>
              <a:rPr b="0"/>
              <a:t>presentation name  //  © Copyright 2020 Endava  //  Confidential and Proprietary  //  Version 1.0</a:t>
            </a:r>
          </a:p>
        </p:txBody>
      </p:sp>
      <p:pic>
        <p:nvPicPr>
          <p:cNvPr id="51" name="Picture 5" descr="Picture 5"/>
          <p:cNvPicPr>
            <a:picLocks noChangeAspect="1"/>
          </p:cNvPicPr>
          <p:nvPr/>
        </p:nvPicPr>
        <p:blipFill>
          <a:blip r:embed="rId2"/>
          <a:stretch>
            <a:fillRect/>
          </a:stretch>
        </p:blipFill>
        <p:spPr>
          <a:xfrm>
            <a:off x="97601" y="13292244"/>
            <a:ext cx="430531" cy="320677"/>
          </a:xfrm>
          <a:prstGeom prst="rect">
            <a:avLst/>
          </a:prstGeom>
          <a:ln w="12700">
            <a:miter lim="400000"/>
          </a:ln>
        </p:spPr>
      </p:pic>
      <p:sp>
        <p:nvSpPr>
          <p:cNvPr id="52"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Header and Minimal Footer - Black">
    <p:bg>
      <p:bgPr>
        <a:solidFill>
          <a:srgbClr val="000000"/>
        </a:solidFill>
        <a:effectLst/>
      </p:bgPr>
    </p:bg>
    <p:spTree>
      <p:nvGrpSpPr>
        <p:cNvPr id="1" name=""/>
        <p:cNvGrpSpPr/>
        <p:nvPr/>
      </p:nvGrpSpPr>
      <p:grpSpPr>
        <a:xfrm>
          <a:off x="0" y="0"/>
          <a:ext cx="0" cy="0"/>
          <a:chOff x="0" y="0"/>
          <a:chExt cx="0" cy="0"/>
        </a:xfrm>
      </p:grpSpPr>
      <p:sp>
        <p:nvSpPr>
          <p:cNvPr id="59" name="Rectangle"/>
          <p:cNvSpPr/>
          <p:nvPr/>
        </p:nvSpPr>
        <p:spPr>
          <a:xfrm>
            <a:off x="1777883" y="-3176"/>
            <a:ext cx="413641" cy="48545"/>
          </a:xfrm>
          <a:prstGeom prst="rect">
            <a:avLst/>
          </a:prstGeom>
          <a:solidFill>
            <a:srgbClr val="DE411B"/>
          </a:solidFill>
          <a:ln w="12700">
            <a:miter lim="400000"/>
          </a:ln>
        </p:spPr>
        <p:txBody>
          <a:bodyPr lIns="0" tIns="0" rIns="0" bIns="0" anchor="ctr"/>
          <a:lstStyle/>
          <a:p>
            <a:pPr algn="ctr" defTabSz="825416">
              <a:defRPr sz="3200">
                <a:solidFill>
                  <a:srgbClr val="000000"/>
                </a:solidFill>
              </a:defRPr>
            </a:pPr>
            <a:endParaRPr/>
          </a:p>
        </p:txBody>
      </p:sp>
      <p:sp>
        <p:nvSpPr>
          <p:cNvPr id="60" name="Client Name  Presentation Title  -  1. Chapter Name"/>
          <p:cNvSpPr txBox="1"/>
          <p:nvPr/>
        </p:nvSpPr>
        <p:spPr>
          <a:xfrm>
            <a:off x="1703174" y="222889"/>
            <a:ext cx="4909929" cy="36481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none" lIns="71432" tIns="71432" rIns="71432" bIns="71432" anchor="ctr">
            <a:spAutoFit/>
          </a:bodyPr>
          <a:lstStyle/>
          <a:p>
            <a:pPr defTabSz="821448">
              <a:spcBef>
                <a:spcPts val="3000"/>
              </a:spcBef>
              <a:defRPr sz="1600" b="1">
                <a:solidFill>
                  <a:srgbClr val="FFFFFF"/>
                </a:solidFill>
              </a:defRPr>
            </a:pPr>
            <a:r>
              <a:t>Client Name  </a:t>
            </a:r>
            <a:r>
              <a:rPr b="0"/>
              <a:t>Presentation Title  -  </a:t>
            </a:r>
            <a:r>
              <a:rPr>
                <a:solidFill>
                  <a:srgbClr val="DE411B"/>
                </a:solidFill>
              </a:rPr>
              <a:t>1. Chapter Name</a:t>
            </a:r>
          </a:p>
        </p:txBody>
      </p:sp>
      <p:pic>
        <p:nvPicPr>
          <p:cNvPr id="61" name="Picture 6" descr="Picture 6"/>
          <p:cNvPicPr>
            <a:picLocks noChangeAspect="1"/>
          </p:cNvPicPr>
          <p:nvPr/>
        </p:nvPicPr>
        <p:blipFill>
          <a:blip r:embed="rId2"/>
          <a:stretch>
            <a:fillRect/>
          </a:stretch>
        </p:blipFill>
        <p:spPr>
          <a:xfrm>
            <a:off x="97601" y="13292244"/>
            <a:ext cx="430531" cy="320677"/>
          </a:xfrm>
          <a:prstGeom prst="rect">
            <a:avLst/>
          </a:prstGeom>
          <a:ln w="12700">
            <a:miter lim="400000"/>
          </a:ln>
        </p:spPr>
      </p:pic>
      <p:sp>
        <p:nvSpPr>
          <p:cNvPr id="62" name="Slide Number"/>
          <p:cNvSpPr txBox="1">
            <a:spLocks noGrp="1"/>
          </p:cNvSpPr>
          <p:nvPr>
            <p:ph type="sldNum" sz="quarter" idx="2"/>
          </p:nvPr>
        </p:nvSpPr>
        <p:spPr>
          <a:prstGeom prst="rect">
            <a:avLst/>
          </a:prstGeom>
        </p:spPr>
        <p:txBody>
          <a:bodyPr/>
          <a:lstStyle>
            <a:lvl1pPr>
              <a:defRPr>
                <a:solidFill>
                  <a:srgbClr val="FFFFFF"/>
                </a:solidFill>
              </a:defRPr>
            </a:lvl1p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Minimal Footer">
    <p:spTree>
      <p:nvGrpSpPr>
        <p:cNvPr id="1" name=""/>
        <p:cNvGrpSpPr/>
        <p:nvPr/>
      </p:nvGrpSpPr>
      <p:grpSpPr>
        <a:xfrm>
          <a:off x="0" y="0"/>
          <a:ext cx="0" cy="0"/>
          <a:chOff x="0" y="0"/>
          <a:chExt cx="0" cy="0"/>
        </a:xfrm>
      </p:grpSpPr>
      <p:pic>
        <p:nvPicPr>
          <p:cNvPr id="69" name="Picture 4" descr="Picture 4"/>
          <p:cNvPicPr>
            <a:picLocks noChangeAspect="1"/>
          </p:cNvPicPr>
          <p:nvPr/>
        </p:nvPicPr>
        <p:blipFill>
          <a:blip r:embed="rId2"/>
          <a:stretch>
            <a:fillRect/>
          </a:stretch>
        </p:blipFill>
        <p:spPr>
          <a:xfrm>
            <a:off x="97601" y="13292244"/>
            <a:ext cx="430531" cy="320677"/>
          </a:xfrm>
          <a:prstGeom prst="rect">
            <a:avLst/>
          </a:prstGeom>
          <a:ln w="12700">
            <a:miter lim="400000"/>
          </a:ln>
        </p:spPr>
      </p:pic>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1_Minimal Footer">
    <p:spTree>
      <p:nvGrpSpPr>
        <p:cNvPr id="1" name=""/>
        <p:cNvGrpSpPr/>
        <p:nvPr/>
      </p:nvGrpSpPr>
      <p:grpSpPr>
        <a:xfrm>
          <a:off x="0" y="0"/>
          <a:ext cx="0" cy="0"/>
          <a:chOff x="0" y="0"/>
          <a:chExt cx="0" cy="0"/>
        </a:xfrm>
      </p:grpSpPr>
      <p:pic>
        <p:nvPicPr>
          <p:cNvPr id="77" name="Image" descr="Image"/>
          <p:cNvPicPr>
            <a:picLocks noChangeAspect="1"/>
          </p:cNvPicPr>
          <p:nvPr/>
        </p:nvPicPr>
        <p:blipFill>
          <a:blip r:embed="rId2"/>
          <a:srcRect r="66715"/>
          <a:stretch>
            <a:fillRect/>
          </a:stretch>
        </p:blipFill>
        <p:spPr>
          <a:xfrm>
            <a:off x="-2063" y="0"/>
            <a:ext cx="8116549" cy="13716000"/>
          </a:xfrm>
          <a:prstGeom prst="rect">
            <a:avLst/>
          </a:prstGeom>
          <a:ln w="12700">
            <a:miter lim="400000"/>
          </a:ln>
        </p:spPr>
      </p:pic>
      <p:pic>
        <p:nvPicPr>
          <p:cNvPr id="78" name="Picture 4" descr="Picture 4"/>
          <p:cNvPicPr>
            <a:picLocks noChangeAspect="1"/>
          </p:cNvPicPr>
          <p:nvPr/>
        </p:nvPicPr>
        <p:blipFill>
          <a:blip r:embed="rId3"/>
          <a:stretch>
            <a:fillRect/>
          </a:stretch>
        </p:blipFill>
        <p:spPr>
          <a:xfrm>
            <a:off x="97601" y="13292244"/>
            <a:ext cx="430531" cy="320677"/>
          </a:xfrm>
          <a:prstGeom prst="rect">
            <a:avLst/>
          </a:prstGeom>
          <a:ln w="12700">
            <a:miter lim="400000"/>
          </a:ln>
        </p:spPr>
      </p:pic>
      <p:sp>
        <p:nvSpPr>
          <p:cNvPr id="79" name="Client name  //  presentation name  //  © Copyright 2020 Endava  //  Confidential and Proprietary  //  Version 1.0"/>
          <p:cNvSpPr txBox="1"/>
          <p:nvPr/>
        </p:nvSpPr>
        <p:spPr>
          <a:xfrm>
            <a:off x="674045" y="13303058"/>
            <a:ext cx="21321474" cy="3156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2" tIns="71432" rIns="71432" bIns="71432" anchor="ctr">
            <a:spAutoFit/>
          </a:bodyPr>
          <a:lstStyle/>
          <a:p>
            <a:pPr defTabSz="821448">
              <a:defRPr sz="1200" b="1" spc="119">
                <a:solidFill>
                  <a:srgbClr val="929292"/>
                </a:solidFill>
              </a:defRPr>
            </a:pPr>
            <a:r>
              <a:t>Consultant Profile</a:t>
            </a:r>
            <a:r>
              <a:rPr b="0"/>
              <a:t>  //  © Copyright 2023 Endava  //  Confidential and Proprietary</a:t>
            </a: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Blank Slide">
    <p:spTree>
      <p:nvGrpSpPr>
        <p:cNvPr id="1" name=""/>
        <p:cNvGrpSpPr/>
        <p:nvPr/>
      </p:nvGrpSpPr>
      <p:grpSpPr>
        <a:xfrm>
          <a:off x="0" y="0"/>
          <a:ext cx="0" cy="0"/>
          <a:chOff x="0" y="0"/>
          <a:chExt cx="0" cy="0"/>
        </a:xfrm>
      </p:grpSpPr>
      <p:sp>
        <p:nvSpPr>
          <p:cNvPr id="95" name="Slide Number"/>
          <p:cNvSpPr txBox="1">
            <a:spLocks noGrp="1"/>
          </p:cNvSpPr>
          <p:nvPr>
            <p:ph type="sldNum" sz="quarter" idx="2"/>
          </p:nvPr>
        </p:nvSpPr>
        <p:spPr>
          <a:xfrm>
            <a:off x="11779461" y="12712700"/>
            <a:ext cx="5686638" cy="736600"/>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Custom Layout">
    <p:spTree>
      <p:nvGrpSpPr>
        <p:cNvPr id="1" name=""/>
        <p:cNvGrpSpPr/>
        <p:nvPr/>
      </p:nvGrpSpPr>
      <p:grpSpPr>
        <a:xfrm>
          <a:off x="0" y="0"/>
          <a:ext cx="0" cy="0"/>
          <a:chOff x="0" y="0"/>
          <a:chExt cx="0" cy="0"/>
        </a:xfrm>
      </p:grpSpPr>
      <p:sp>
        <p:nvSpPr>
          <p:cNvPr id="102" name="Rectangle"/>
          <p:cNvSpPr/>
          <p:nvPr/>
        </p:nvSpPr>
        <p:spPr>
          <a:xfrm>
            <a:off x="1777883" y="-3176"/>
            <a:ext cx="413641" cy="48545"/>
          </a:xfrm>
          <a:prstGeom prst="rect">
            <a:avLst/>
          </a:prstGeom>
          <a:solidFill>
            <a:srgbClr val="DE411B"/>
          </a:solidFill>
          <a:ln w="12700">
            <a:miter lim="400000"/>
          </a:ln>
        </p:spPr>
        <p:txBody>
          <a:bodyPr lIns="0" tIns="0" rIns="0" bIns="0" anchor="ctr"/>
          <a:lstStyle/>
          <a:p>
            <a:pPr algn="ctr" defTabSz="825416">
              <a:defRPr sz="3200">
                <a:solidFill>
                  <a:srgbClr val="000000"/>
                </a:solidFill>
              </a:defRPr>
            </a:pPr>
            <a:endParaRPr/>
          </a:p>
        </p:txBody>
      </p:sp>
      <p:pic>
        <p:nvPicPr>
          <p:cNvPr id="103" name="Picture 6" descr="Picture 6"/>
          <p:cNvPicPr>
            <a:picLocks noChangeAspect="1"/>
          </p:cNvPicPr>
          <p:nvPr/>
        </p:nvPicPr>
        <p:blipFill>
          <a:blip r:embed="rId2"/>
          <a:stretch>
            <a:fillRect/>
          </a:stretch>
        </p:blipFill>
        <p:spPr>
          <a:xfrm>
            <a:off x="97601" y="13292244"/>
            <a:ext cx="430531" cy="320677"/>
          </a:xfrm>
          <a:prstGeom prst="rect">
            <a:avLst/>
          </a:prstGeom>
          <a:ln w="12700">
            <a:miter lim="400000"/>
          </a:ln>
        </p:spPr>
      </p:pic>
      <p:sp>
        <p:nvSpPr>
          <p:cNvPr id="104" name="Client name  //  presentation name  //  © Copyright 2020 Endava  //  Confidential and Proprietary  //  Version 1.0"/>
          <p:cNvSpPr txBox="1"/>
          <p:nvPr/>
        </p:nvSpPr>
        <p:spPr>
          <a:xfrm>
            <a:off x="674045" y="13303058"/>
            <a:ext cx="21321474" cy="3156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2" tIns="71432" rIns="71432" bIns="71432" anchor="ctr">
            <a:spAutoFit/>
          </a:bodyPr>
          <a:lstStyle/>
          <a:p>
            <a:pPr defTabSz="821448">
              <a:defRPr sz="1200" spc="119">
                <a:solidFill>
                  <a:srgbClr val="929292"/>
                </a:solidFill>
              </a:defRPr>
            </a:pPr>
            <a:r>
              <a:t>© Copyright 2023 Endava  //  Confidential and Proprietary</a:t>
            </a:r>
          </a:p>
        </p:txBody>
      </p:sp>
      <p:sp>
        <p:nvSpPr>
          <p:cNvPr id="105" name="Title Text"/>
          <p:cNvSpPr txBox="1">
            <a:spLocks noGrp="1"/>
          </p:cNvSpPr>
          <p:nvPr>
            <p:ph type="title"/>
          </p:nvPr>
        </p:nvSpPr>
        <p:spPr>
          <a:xfrm>
            <a:off x="1676291" y="730251"/>
            <a:ext cx="21029832" cy="2651126"/>
          </a:xfrm>
          <a:prstGeom prst="rect">
            <a:avLst/>
          </a:prstGeom>
        </p:spPr>
        <p:txBody>
          <a:bodyPr/>
          <a:lstStyle/>
          <a:p>
            <a:r>
              <a:t>Title Text</a:t>
            </a:r>
          </a:p>
        </p:txBody>
      </p:sp>
      <p:sp>
        <p:nvSpPr>
          <p:cNvPr id="10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slide">
    <p:spTree>
      <p:nvGrpSpPr>
        <p:cNvPr id="1" name=""/>
        <p:cNvGrpSpPr/>
        <p:nvPr/>
      </p:nvGrpSpPr>
      <p:grpSpPr>
        <a:xfrm>
          <a:off x="0" y="0"/>
          <a:ext cx="0" cy="0"/>
          <a:chOff x="0" y="0"/>
          <a:chExt cx="0" cy="0"/>
        </a:xfrm>
      </p:grpSpPr>
      <p:sp>
        <p:nvSpPr>
          <p:cNvPr id="113" name="Rectangle"/>
          <p:cNvSpPr/>
          <p:nvPr/>
        </p:nvSpPr>
        <p:spPr>
          <a:xfrm>
            <a:off x="1777883" y="-3176"/>
            <a:ext cx="413641" cy="48545"/>
          </a:xfrm>
          <a:prstGeom prst="rect">
            <a:avLst/>
          </a:prstGeom>
          <a:solidFill>
            <a:srgbClr val="DE411B"/>
          </a:solidFill>
          <a:ln w="12700">
            <a:miter lim="400000"/>
          </a:ln>
        </p:spPr>
        <p:txBody>
          <a:bodyPr lIns="0" tIns="0" rIns="0" bIns="0" anchor="ctr"/>
          <a:lstStyle/>
          <a:p>
            <a:pPr algn="ctr" defTabSz="825416">
              <a:defRPr sz="3200">
                <a:solidFill>
                  <a:srgbClr val="000000"/>
                </a:solidFill>
              </a:defRPr>
            </a:pPr>
            <a:endParaRPr/>
          </a:p>
        </p:txBody>
      </p:sp>
      <p:pic>
        <p:nvPicPr>
          <p:cNvPr id="114" name="Picture 6" descr="Picture 6"/>
          <p:cNvPicPr>
            <a:picLocks noChangeAspect="1"/>
          </p:cNvPicPr>
          <p:nvPr/>
        </p:nvPicPr>
        <p:blipFill>
          <a:blip r:embed="rId2"/>
          <a:stretch>
            <a:fillRect/>
          </a:stretch>
        </p:blipFill>
        <p:spPr>
          <a:xfrm>
            <a:off x="97601" y="13292244"/>
            <a:ext cx="430531" cy="320677"/>
          </a:xfrm>
          <a:prstGeom prst="rect">
            <a:avLst/>
          </a:prstGeom>
          <a:ln w="12700">
            <a:miter lim="400000"/>
          </a:ln>
        </p:spPr>
      </p:pic>
      <p:sp>
        <p:nvSpPr>
          <p:cNvPr id="115" name="Client name  //  presentation name  //  © Copyright 2020 Endava  //  Confidential and Proprietary  //  Version 1.0"/>
          <p:cNvSpPr txBox="1"/>
          <p:nvPr/>
        </p:nvSpPr>
        <p:spPr>
          <a:xfrm>
            <a:off x="674045" y="13303058"/>
            <a:ext cx="21321474" cy="3156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2" tIns="71432" rIns="71432" bIns="71432" anchor="ctr">
            <a:spAutoFit/>
          </a:bodyPr>
          <a:lstStyle/>
          <a:p>
            <a:pPr defTabSz="821448">
              <a:defRPr sz="1200" spc="119">
                <a:solidFill>
                  <a:srgbClr val="929292"/>
                </a:solidFill>
              </a:defRPr>
            </a:pPr>
            <a:r>
              <a:t>© Copyright 2023 Endava  //  Confidential and Proprietary</a:t>
            </a:r>
          </a:p>
        </p:txBody>
      </p:sp>
      <p:sp>
        <p:nvSpPr>
          <p:cNvPr id="116" name="Title Text"/>
          <p:cNvSpPr txBox="1">
            <a:spLocks noGrp="1"/>
          </p:cNvSpPr>
          <p:nvPr>
            <p:ph type="title"/>
          </p:nvPr>
        </p:nvSpPr>
        <p:spPr>
          <a:xfrm>
            <a:off x="831166" y="1985533"/>
            <a:ext cx="22720123" cy="5473601"/>
          </a:xfrm>
          <a:prstGeom prst="rect">
            <a:avLst/>
          </a:prstGeom>
        </p:spPr>
        <p:txBody>
          <a:bodyPr lIns="91424" tIns="91424" rIns="91424" bIns="91424" anchor="b"/>
          <a:lstStyle>
            <a:lvl1pPr algn="ctr">
              <a:defRPr sz="13800"/>
            </a:lvl1pPr>
          </a:lstStyle>
          <a:p>
            <a:r>
              <a:t>Title Text</a:t>
            </a:r>
          </a:p>
        </p:txBody>
      </p:sp>
      <p:sp>
        <p:nvSpPr>
          <p:cNvPr id="117" name="Body Level One…"/>
          <p:cNvSpPr txBox="1">
            <a:spLocks noGrp="1"/>
          </p:cNvSpPr>
          <p:nvPr>
            <p:ph type="body" sz="quarter" idx="1"/>
          </p:nvPr>
        </p:nvSpPr>
        <p:spPr>
          <a:xfrm>
            <a:off x="831145" y="7557667"/>
            <a:ext cx="22720123" cy="2113601"/>
          </a:xfrm>
          <a:prstGeom prst="rect">
            <a:avLst/>
          </a:prstGeom>
        </p:spPr>
        <p:txBody>
          <a:bodyPr lIns="91424" tIns="91424" rIns="91424" bIns="91424" anchor="t"/>
          <a:lstStyle>
            <a:lvl1pPr algn="ctr">
              <a:spcBef>
                <a:spcPts val="0"/>
              </a:spcBef>
              <a:buSzTx/>
              <a:buNone/>
              <a:defRPr sz="7400"/>
            </a:lvl1pPr>
            <a:lvl2pPr marL="264557" indent="370378" algn="ctr">
              <a:spcBef>
                <a:spcPts val="0"/>
              </a:spcBef>
              <a:buSzTx/>
              <a:buNone/>
              <a:defRPr sz="7400"/>
            </a:lvl2pPr>
            <a:lvl3pPr marL="264557" indent="1005315" algn="ctr">
              <a:spcBef>
                <a:spcPts val="0"/>
              </a:spcBef>
              <a:buSzTx/>
              <a:buNone/>
              <a:defRPr sz="7400"/>
            </a:lvl3pPr>
            <a:lvl4pPr marL="264557" indent="1640251" algn="ctr">
              <a:spcBef>
                <a:spcPts val="0"/>
              </a:spcBef>
              <a:buSzTx/>
              <a:buNone/>
              <a:defRPr sz="7400"/>
            </a:lvl4pPr>
            <a:lvl5pPr marL="264557" indent="2275189" algn="ctr">
              <a:spcBef>
                <a:spcPts val="0"/>
              </a:spcBef>
              <a:buSzTx/>
              <a:buNone/>
              <a:defRPr sz="7400"/>
            </a:lvl5pPr>
          </a:lstStyle>
          <a:p>
            <a:r>
              <a:t>Body Level One</a:t>
            </a:r>
          </a:p>
          <a:p>
            <a:pPr lvl="1"/>
            <a:r>
              <a:t>Body Level Two</a:t>
            </a:r>
          </a:p>
          <a:p>
            <a:pPr lvl="2"/>
            <a:r>
              <a:t>Body Level Three</a:t>
            </a:r>
          </a:p>
          <a:p>
            <a:pPr lvl="3"/>
            <a:r>
              <a:t>Body Level Four</a:t>
            </a:r>
          </a:p>
          <a:p>
            <a:pPr lvl="4"/>
            <a:r>
              <a:t>Body Level Five</a:t>
            </a:r>
          </a:p>
        </p:txBody>
      </p:sp>
      <p:sp>
        <p:nvSpPr>
          <p:cNvPr id="118" name="Slide Number"/>
          <p:cNvSpPr txBox="1">
            <a:spLocks noGrp="1"/>
          </p:cNvSpPr>
          <p:nvPr>
            <p:ph type="sldNum" sz="quarter" idx="2"/>
          </p:nvPr>
        </p:nvSpPr>
        <p:spPr>
          <a:xfrm>
            <a:off x="23633286" y="12757643"/>
            <a:ext cx="421572" cy="404803"/>
          </a:xfrm>
          <a:prstGeom prst="rect">
            <a:avLst/>
          </a:prstGeom>
        </p:spPr>
        <p:txBody>
          <a:bodyPr lIns="91424" tIns="91424" rIns="91424" bIns="91424" anchor="ctr">
            <a:normAutofit/>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5882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lient name  //  presentation name  //  © Copyright 2020 Endava  //  Confidential and Proprietary  //  Version 1.0"/>
          <p:cNvSpPr txBox="1"/>
          <p:nvPr/>
        </p:nvSpPr>
        <p:spPr>
          <a:xfrm>
            <a:off x="674045" y="13303058"/>
            <a:ext cx="21321474" cy="31567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2" tIns="71432" rIns="71432" bIns="71432" anchor="ctr">
            <a:spAutoFit/>
          </a:bodyPr>
          <a:lstStyle/>
          <a:p>
            <a:pPr defTabSz="821448">
              <a:defRPr sz="1200" spc="119">
                <a:solidFill>
                  <a:srgbClr val="929292"/>
                </a:solidFill>
              </a:defRPr>
            </a:pPr>
            <a:r>
              <a:t>© Copyright 2023 Endava  //  Confidential and Proprietary</a:t>
            </a:r>
          </a:p>
        </p:txBody>
      </p:sp>
      <p:pic>
        <p:nvPicPr>
          <p:cNvPr id="3" name="Picture 6" descr="Picture 6"/>
          <p:cNvPicPr>
            <a:picLocks noChangeAspect="1"/>
          </p:cNvPicPr>
          <p:nvPr/>
        </p:nvPicPr>
        <p:blipFill>
          <a:blip r:embed="rId14"/>
          <a:stretch>
            <a:fillRect/>
          </a:stretch>
        </p:blipFill>
        <p:spPr>
          <a:xfrm>
            <a:off x="97601" y="13292244"/>
            <a:ext cx="430531" cy="320677"/>
          </a:xfrm>
          <a:prstGeom prst="rect">
            <a:avLst/>
          </a:prstGeom>
          <a:ln w="12700">
            <a:miter lim="400000"/>
          </a:ln>
        </p:spPr>
      </p:pic>
      <p:sp>
        <p:nvSpPr>
          <p:cNvPr id="4" name="Title Text"/>
          <p:cNvSpPr txBox="1">
            <a:spLocks noGrp="1"/>
          </p:cNvSpPr>
          <p:nvPr>
            <p:ph type="title"/>
          </p:nvPr>
        </p:nvSpPr>
        <p:spPr>
          <a:xfrm>
            <a:off x="1218564" y="449643"/>
            <a:ext cx="21934171" cy="248526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45719" rIns="45719" anchor="ctr">
            <a:normAutofit/>
          </a:bodyPr>
          <a:lstStyle/>
          <a:p>
            <a:r>
              <a:t>Title Text</a:t>
            </a:r>
          </a:p>
        </p:txBody>
      </p:sp>
      <p:sp>
        <p:nvSpPr>
          <p:cNvPr id="5" name="Body Level One…"/>
          <p:cNvSpPr txBox="1">
            <a:spLocks noGrp="1"/>
          </p:cNvSpPr>
          <p:nvPr>
            <p:ph type="body" idx="1"/>
          </p:nvPr>
        </p:nvSpPr>
        <p:spPr>
          <a:xfrm>
            <a:off x="1218564" y="2934906"/>
            <a:ext cx="21934171" cy="958291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6" name="Slide Number"/>
          <p:cNvSpPr txBox="1">
            <a:spLocks noGrp="1"/>
          </p:cNvSpPr>
          <p:nvPr>
            <p:ph type="sldNum" sz="quarter" idx="2"/>
          </p:nvPr>
        </p:nvSpPr>
        <p:spPr>
          <a:xfrm>
            <a:off x="23931343" y="13289447"/>
            <a:ext cx="340322" cy="323554"/>
          </a:xfrm>
          <a:prstGeom prst="rect">
            <a:avLst/>
          </a:prstGeom>
          <a:ln w="12700">
            <a:miter lim="400000"/>
          </a:ln>
        </p:spPr>
        <p:txBody>
          <a:bodyPr wrap="none" lIns="50800" tIns="50800" rIns="50800" bIns="50800">
            <a:spAutoFit/>
          </a:bodyPr>
          <a:lstStyle>
            <a:lvl1pPr algn="r" defTabSz="825416">
              <a:defRPr sz="1600">
                <a:solidFill>
                  <a:srgbClr val="000000"/>
                </a:solidFill>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 id="2147483660" r:id="rId11"/>
    <p:sldLayoutId id="2147483661" r:id="rId12"/>
  </p:sldLayoutIdLst>
  <p:transition spd="med"/>
  <p:txStyles>
    <p:titleStyle>
      <a:lvl1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1pPr>
      <a:lvl2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2pPr>
      <a:lvl3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3pPr>
      <a:lvl4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4pPr>
      <a:lvl5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5pPr>
      <a:lvl6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6pPr>
      <a:lvl7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7pPr>
      <a:lvl8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8pPr>
      <a:lvl9pPr marL="0" marR="0" indent="0" algn="l" defTabSz="470215" rtl="0" latinLnBrk="0">
        <a:lnSpc>
          <a:spcPct val="70000"/>
        </a:lnSpc>
        <a:spcBef>
          <a:spcPts val="0"/>
        </a:spcBef>
        <a:spcAft>
          <a:spcPts val="0"/>
        </a:spcAft>
        <a:buClrTx/>
        <a:buSzTx/>
        <a:buFontTx/>
        <a:buNone/>
        <a:tabLst/>
        <a:defRPr sz="6900" b="1" i="0" u="none" strike="noStrike" cap="none" spc="-208" baseline="0">
          <a:solidFill>
            <a:srgbClr val="000000"/>
          </a:solidFill>
          <a:uFillTx/>
          <a:latin typeface="+mn-lt"/>
          <a:ea typeface="+mn-ea"/>
          <a:cs typeface="+mn-cs"/>
          <a:sym typeface="Arial"/>
        </a:defRPr>
      </a:lvl9pPr>
    </p:titleStyle>
    <p:bodyStyle>
      <a:lvl1pPr marL="264557"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1pPr>
      <a:lvl2pPr marL="899492"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2pPr>
      <a:lvl3pPr marL="1534429"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3pPr>
      <a:lvl4pPr marL="2169366"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4pPr>
      <a:lvl5pPr marL="2804303" marR="0" indent="-264556"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5pPr>
      <a:lvl6pPr marL="3439238"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6pPr>
      <a:lvl7pPr marL="4074176"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7pPr>
      <a:lvl8pPr marL="4709112"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8pPr>
      <a:lvl9pPr marL="5344048" marR="0" indent="-264557" algn="l" defTabSz="821448" rtl="0" latinLnBrk="0">
        <a:lnSpc>
          <a:spcPct val="100000"/>
        </a:lnSpc>
        <a:spcBef>
          <a:spcPts val="3000"/>
        </a:spcBef>
        <a:spcAft>
          <a:spcPts val="0"/>
        </a:spcAft>
        <a:buClrTx/>
        <a:buSzPct val="125000"/>
        <a:buFontTx/>
        <a:buChar char="•"/>
        <a:tabLst/>
        <a:defRPr sz="2000" b="0" i="0" u="none" strike="noStrike" cap="none" spc="0" baseline="0">
          <a:solidFill>
            <a:srgbClr val="5E5E5E"/>
          </a:solidFill>
          <a:uFillTx/>
          <a:latin typeface="+mn-lt"/>
          <a:ea typeface="+mn-ea"/>
          <a:cs typeface="+mn-cs"/>
          <a:sym typeface="Arial"/>
        </a:defRPr>
      </a:lvl9pPr>
    </p:bodyStyle>
    <p:otherStyle>
      <a:lvl1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1pPr>
      <a:lvl2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2pPr>
      <a:lvl3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3pPr>
      <a:lvl4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4pPr>
      <a:lvl5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5pPr>
      <a:lvl6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6pPr>
      <a:lvl7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7pPr>
      <a:lvl8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8pPr>
      <a:lvl9pPr marL="0" marR="0" indent="0" algn="r" defTabSz="825416" rtl="0" latinLnBrk="0">
        <a:lnSpc>
          <a:spcPct val="10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hoversense.com.au/" TargetMode="External"/><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918808" y="229988"/>
            <a:ext cx="3957724" cy="462178"/>
          </a:xfrm>
          <a:prstGeom prst="roundRect">
            <a:avLst>
              <a:gd name="adj" fmla="val 454994"/>
            </a:avLst>
          </a:prstGeom>
          <a:noFill/>
          <a:ln w="12700">
            <a:solidFill>
              <a:srgbClr val="000000"/>
            </a:solidFill>
            <a:prstDash val="solid"/>
          </a:ln>
        </p:spPr>
        <p:txBody>
          <a:bodyPr/>
          <a:lstStyle/>
          <a:p>
            <a:endParaRPr lang="en-US" sz="6122"/>
          </a:p>
        </p:txBody>
      </p:sp>
      <p:sp>
        <p:nvSpPr>
          <p:cNvPr id="3" name="Text 1"/>
          <p:cNvSpPr/>
          <p:nvPr/>
        </p:nvSpPr>
        <p:spPr>
          <a:xfrm>
            <a:off x="1086892" y="355473"/>
            <a:ext cx="3789639" cy="198173"/>
          </a:xfrm>
          <a:prstGeom prst="rect">
            <a:avLst/>
          </a:prstGeom>
          <a:noFill/>
          <a:ln/>
        </p:spPr>
        <p:txBody>
          <a:bodyPr wrap="square" lIns="0" tIns="0" rIns="0" bIns="0" rtlCol="0" anchor="t"/>
          <a:lstStyle/>
          <a:p>
            <a:pPr>
              <a:lnSpc>
                <a:spcPts val="1985"/>
              </a:lnSpc>
            </a:pPr>
            <a:r>
              <a:rPr lang="en-US" sz="1650" b="1" dirty="0">
                <a:solidFill>
                  <a:srgbClr val="192B37">
                    <a:alpha val="100000"/>
                  </a:srgbClr>
                </a:solidFill>
                <a:latin typeface="Dava Sans"/>
                <a:ea typeface="Dava Sans Bold"/>
                <a:cs typeface="Dava Sans Bold" pitchFamily="34" charset="-120"/>
              </a:rPr>
              <a:t>Consultant profile</a:t>
            </a:r>
            <a:r>
              <a:rPr lang="en-US" sz="1650" b="1" dirty="0">
                <a:solidFill>
                  <a:srgbClr val="192B37">
                    <a:alpha val="100000"/>
                  </a:srgbClr>
                </a:solidFill>
                <a:latin typeface="Dava Sans"/>
                <a:ea typeface="Dava Sans Regular"/>
                <a:cs typeface="Dava Sans Regular" pitchFamily="34" charset="-120"/>
              </a:rPr>
              <a:t> </a:t>
            </a:r>
            <a:r>
              <a:rPr lang="en-US" sz="1650" b="1" dirty="0">
                <a:solidFill>
                  <a:srgbClr val="FF5640">
                    <a:alpha val="100000"/>
                  </a:srgbClr>
                </a:solidFill>
                <a:latin typeface="Dava Sans"/>
                <a:ea typeface="Dava Sans Bold"/>
                <a:cs typeface="Dava Sans Regular" pitchFamily="34" charset="-120"/>
              </a:rPr>
              <a:t>Bide Huang</a:t>
            </a:r>
            <a:endParaRPr lang="en-US" sz="1650" b="1" dirty="0">
              <a:latin typeface="Dava Sans"/>
              <a:ea typeface="Dava Sans Bold"/>
            </a:endParaRPr>
          </a:p>
        </p:txBody>
      </p:sp>
      <p:sp>
        <p:nvSpPr>
          <p:cNvPr id="4" name="Text 2"/>
          <p:cNvSpPr/>
          <p:nvPr/>
        </p:nvSpPr>
        <p:spPr>
          <a:xfrm>
            <a:off x="9553592" y="2215756"/>
            <a:ext cx="3242629" cy="511197"/>
          </a:xfrm>
          <a:prstGeom prst="rect">
            <a:avLst/>
          </a:prstGeom>
          <a:noFill/>
          <a:ln/>
        </p:spPr>
        <p:txBody>
          <a:bodyPr wrap="square" lIns="0" tIns="0" rIns="0" bIns="0" rtlCol="0" anchor="t"/>
          <a:lstStyle/>
          <a:p>
            <a:pPr>
              <a:lnSpc>
                <a:spcPts val="3177"/>
              </a:lnSpc>
            </a:pPr>
            <a:r>
              <a:rPr lang="en-US" sz="2000" b="1" dirty="0">
                <a:solidFill>
                  <a:srgbClr val="FF5640"/>
                </a:solidFill>
                <a:latin typeface="Dava Sans"/>
                <a:ea typeface="Dava Sans Bold"/>
                <a:cs typeface="Dava Sans Bold" pitchFamily="34" charset="-120"/>
              </a:rPr>
              <a:t>Recent Experience</a:t>
            </a:r>
            <a:endParaRPr lang="en-US" sz="2000" b="1" dirty="0">
              <a:solidFill>
                <a:srgbClr val="FF5640"/>
              </a:solidFill>
              <a:latin typeface="Dava Sans"/>
              <a:ea typeface="Dava Sans Bold"/>
            </a:endParaRPr>
          </a:p>
        </p:txBody>
      </p:sp>
      <p:sp>
        <p:nvSpPr>
          <p:cNvPr id="5" name="Text 3"/>
          <p:cNvSpPr/>
          <p:nvPr/>
        </p:nvSpPr>
        <p:spPr>
          <a:xfrm>
            <a:off x="18995899" y="2025909"/>
            <a:ext cx="2696355" cy="511197"/>
          </a:xfrm>
          <a:prstGeom prst="rect">
            <a:avLst/>
          </a:prstGeom>
          <a:noFill/>
          <a:ln/>
        </p:spPr>
        <p:txBody>
          <a:bodyPr wrap="square" lIns="0" tIns="0" rIns="0" bIns="0" rtlCol="0" anchor="t"/>
          <a:lstStyle/>
          <a:p>
            <a:pPr>
              <a:lnSpc>
                <a:spcPts val="3177"/>
              </a:lnSpc>
            </a:pPr>
            <a:r>
              <a:rPr lang="en-US" sz="2000" b="1">
                <a:solidFill>
                  <a:srgbClr val="FF5640">
                    <a:alpha val="100000"/>
                  </a:srgbClr>
                </a:solidFill>
                <a:latin typeface="Dava Sans"/>
                <a:ea typeface="Dava Sans Bold"/>
                <a:cs typeface="Dava Sans Bold" pitchFamily="34" charset="-120"/>
              </a:rPr>
              <a:t>Achievements</a:t>
            </a:r>
            <a:endParaRPr lang="en-US" sz="2000" b="1">
              <a:latin typeface="Dava Sans"/>
              <a:ea typeface="Dava Sans Bold"/>
            </a:endParaRPr>
          </a:p>
        </p:txBody>
      </p:sp>
      <p:sp>
        <p:nvSpPr>
          <p:cNvPr id="6" name="Text 4"/>
          <p:cNvSpPr/>
          <p:nvPr/>
        </p:nvSpPr>
        <p:spPr>
          <a:xfrm>
            <a:off x="18976138" y="10310771"/>
            <a:ext cx="4413949" cy="678277"/>
          </a:xfrm>
          <a:prstGeom prst="rect">
            <a:avLst/>
          </a:prstGeom>
          <a:noFill/>
          <a:ln/>
        </p:spPr>
        <p:txBody>
          <a:bodyPr wrap="square" lIns="0" tIns="0" rIns="0" bIns="0" rtlCol="0" anchor="t"/>
          <a:lstStyle/>
          <a:p>
            <a:pPr>
              <a:lnSpc>
                <a:spcPts val="1985"/>
              </a:lnSpc>
            </a:pPr>
            <a:endParaRPr lang="en-US" sz="1650" dirty="0">
              <a:solidFill>
                <a:srgbClr val="192B37"/>
              </a:solidFill>
              <a:latin typeface="Dava Sans"/>
              <a:ea typeface="Dava Sans Bold"/>
              <a:cs typeface="Dava Sans Bold" pitchFamily="34" charset="-120"/>
            </a:endParaRPr>
          </a:p>
          <a:p>
            <a:pPr>
              <a:lnSpc>
                <a:spcPts val="1985"/>
              </a:lnSpc>
            </a:pPr>
            <a:r>
              <a:rPr lang="en-GB" sz="1650" dirty="0">
                <a:solidFill>
                  <a:srgbClr val="192B37"/>
                </a:solidFill>
                <a:latin typeface="Dava Sans"/>
                <a:ea typeface="Dava Sans Bold"/>
                <a:sym typeface="Open Sans"/>
                <a:hlinkClick r:id="rId3"/>
              </a:rPr>
              <a:t>Website</a:t>
            </a:r>
            <a:endParaRPr lang="en-GB" sz="1650" dirty="0">
              <a:solidFill>
                <a:srgbClr val="192B37"/>
              </a:solidFill>
              <a:latin typeface="Dava Sans"/>
              <a:ea typeface="Dava Sans Bold"/>
              <a:sym typeface="Open Sans"/>
            </a:endParaRPr>
          </a:p>
        </p:txBody>
      </p:sp>
      <p:sp>
        <p:nvSpPr>
          <p:cNvPr id="7" name="Text 5"/>
          <p:cNvSpPr/>
          <p:nvPr/>
        </p:nvSpPr>
        <p:spPr>
          <a:xfrm>
            <a:off x="18995898" y="5738472"/>
            <a:ext cx="2297155" cy="511197"/>
          </a:xfrm>
          <a:prstGeom prst="rect">
            <a:avLst/>
          </a:prstGeom>
          <a:noFill/>
          <a:ln/>
        </p:spPr>
        <p:txBody>
          <a:bodyPr wrap="square" lIns="0" tIns="0" rIns="0" bIns="0" rtlCol="0" anchor="t"/>
          <a:lstStyle/>
          <a:p>
            <a:pPr>
              <a:lnSpc>
                <a:spcPts val="3177"/>
              </a:lnSpc>
            </a:pPr>
            <a:r>
              <a:rPr lang="en-US" sz="2000" b="1">
                <a:solidFill>
                  <a:srgbClr val="FF5640">
                    <a:alpha val="100000"/>
                  </a:srgbClr>
                </a:solidFill>
                <a:latin typeface="Dava Sans"/>
                <a:ea typeface="Dava Sans Bold"/>
                <a:cs typeface="Dava Sans Bold" pitchFamily="34" charset="-120"/>
              </a:rPr>
              <a:t>Capabilities</a:t>
            </a:r>
            <a:endParaRPr lang="en-US" sz="2000" b="1">
              <a:latin typeface="Dava Sans"/>
              <a:ea typeface="Dava Sans Bold"/>
            </a:endParaRPr>
          </a:p>
        </p:txBody>
      </p:sp>
      <p:sp>
        <p:nvSpPr>
          <p:cNvPr id="8" name="Text 6"/>
          <p:cNvSpPr/>
          <p:nvPr/>
        </p:nvSpPr>
        <p:spPr>
          <a:xfrm>
            <a:off x="1117282" y="4555781"/>
            <a:ext cx="3634825" cy="777300"/>
          </a:xfrm>
          <a:prstGeom prst="rect">
            <a:avLst/>
          </a:prstGeom>
          <a:noFill/>
          <a:ln/>
        </p:spPr>
        <p:txBody>
          <a:bodyPr wrap="square" lIns="0" tIns="0" rIns="0" bIns="0" rtlCol="0" anchor="t"/>
          <a:lstStyle/>
          <a:p>
            <a:pPr>
              <a:lnSpc>
                <a:spcPts val="4765"/>
              </a:lnSpc>
            </a:pPr>
            <a:r>
              <a:rPr lang="en-US" sz="3400" dirty="0">
                <a:solidFill>
                  <a:srgbClr val="192B37">
                    <a:alpha val="100000"/>
                  </a:srgbClr>
                </a:solidFill>
                <a:latin typeface="Dava Sans"/>
                <a:ea typeface="Dava Sans Bold"/>
                <a:cs typeface="Dava Sans Bold" pitchFamily="34" charset="-120"/>
              </a:rPr>
              <a:t>Meet Bide</a:t>
            </a:r>
            <a:endParaRPr lang="en-US" sz="3400" dirty="0">
              <a:latin typeface="Dava Sans"/>
            </a:endParaRPr>
          </a:p>
        </p:txBody>
      </p:sp>
      <p:sp>
        <p:nvSpPr>
          <p:cNvPr id="9" name="Text 7"/>
          <p:cNvSpPr/>
          <p:nvPr/>
        </p:nvSpPr>
        <p:spPr>
          <a:xfrm>
            <a:off x="1109007" y="5917287"/>
            <a:ext cx="6149670" cy="5388025"/>
          </a:xfrm>
          <a:prstGeom prst="rect">
            <a:avLst/>
          </a:prstGeom>
          <a:noFill/>
          <a:ln/>
        </p:spPr>
        <p:txBody>
          <a:bodyPr wrap="square" lIns="0" tIns="0" rIns="0" bIns="0" rtlCol="0" anchor="t"/>
          <a:lstStyle/>
          <a:p>
            <a:pPr>
              <a:lnSpc>
                <a:spcPct val="115000"/>
              </a:lnSpc>
              <a:defRPr sz="2000"/>
            </a:pPr>
            <a:r>
              <a:rPr lang="en-GB" sz="2000" dirty="0"/>
              <a:t>Bide </a:t>
            </a:r>
            <a:r>
              <a:rPr lang="en-GB" sz="2000"/>
              <a:t>is entrepreneurial </a:t>
            </a:r>
            <a:r>
              <a:rPr lang="en-GB" sz="2000" dirty="0"/>
              <a:t>Software Engineer/Architect with 13+ years of experience in software engineering, system solution design, real-time embedded systems and cloud applications.</a:t>
            </a:r>
          </a:p>
          <a:p>
            <a:pPr>
              <a:lnSpc>
                <a:spcPct val="115000"/>
              </a:lnSpc>
              <a:defRPr sz="2000"/>
            </a:pPr>
            <a:endParaRPr lang="en-GB" sz="2000" dirty="0"/>
          </a:p>
          <a:p>
            <a:pPr>
              <a:lnSpc>
                <a:spcPct val="115000"/>
              </a:lnSpc>
              <a:defRPr sz="2000"/>
            </a:pPr>
            <a:r>
              <a:rPr lang="en-GB" sz="2000" dirty="0"/>
              <a:t>Founder and director of a profitable SaaS business, specializing in IT integration and decision intelligence software. Proven ability to lead teams, build customer relationship, develop innovative solutions, and drive business growth through technical excellence and strategic leadership.</a:t>
            </a:r>
          </a:p>
          <a:p>
            <a:pPr>
              <a:lnSpc>
                <a:spcPct val="115000"/>
              </a:lnSpc>
              <a:defRPr sz="2000"/>
            </a:pPr>
            <a:endParaRPr lang="en-GB" sz="2000" dirty="0"/>
          </a:p>
          <a:p>
            <a:pPr>
              <a:lnSpc>
                <a:spcPct val="115000"/>
              </a:lnSpc>
              <a:defRPr sz="2000"/>
            </a:pPr>
            <a:r>
              <a:rPr lang="en-AU" dirty="0"/>
              <a:t>He is highly driven by solving complex industry domain problem through modelling, solution design and implementation for customers.</a:t>
            </a:r>
            <a:endParaRPr lang="en-GB" sz="2000" dirty="0"/>
          </a:p>
        </p:txBody>
      </p:sp>
      <p:sp>
        <p:nvSpPr>
          <p:cNvPr id="11" name="Shape 9"/>
          <p:cNvSpPr/>
          <p:nvPr/>
        </p:nvSpPr>
        <p:spPr>
          <a:xfrm>
            <a:off x="18995899" y="6501769"/>
            <a:ext cx="4286153" cy="455176"/>
          </a:xfrm>
          <a:prstGeom prst="rect">
            <a:avLst/>
          </a:prstGeom>
          <a:solidFill>
            <a:srgbClr val="E8EAEB">
              <a:alpha val="100000"/>
            </a:srgbClr>
          </a:solidFill>
          <a:ln/>
        </p:spPr>
        <p:txBody>
          <a:bodyPr/>
          <a:lstStyle/>
          <a:p>
            <a:endParaRPr lang="en-US" sz="6122"/>
          </a:p>
        </p:txBody>
      </p:sp>
      <p:sp>
        <p:nvSpPr>
          <p:cNvPr id="12" name="Shape 10"/>
          <p:cNvSpPr/>
          <p:nvPr/>
        </p:nvSpPr>
        <p:spPr>
          <a:xfrm>
            <a:off x="18995898" y="6501769"/>
            <a:ext cx="3519545" cy="455176"/>
          </a:xfrm>
          <a:prstGeom prst="rect">
            <a:avLst/>
          </a:prstGeom>
          <a:solidFill>
            <a:srgbClr val="192B37">
              <a:alpha val="100000"/>
            </a:srgbClr>
          </a:solidFill>
          <a:ln/>
        </p:spPr>
        <p:txBody>
          <a:bodyPr/>
          <a:lstStyle/>
          <a:p>
            <a:endParaRPr lang="en-US" sz="6122" dirty="0"/>
          </a:p>
        </p:txBody>
      </p:sp>
      <p:sp>
        <p:nvSpPr>
          <p:cNvPr id="13" name="Text 11"/>
          <p:cNvSpPr/>
          <p:nvPr/>
        </p:nvSpPr>
        <p:spPr>
          <a:xfrm>
            <a:off x="19121960" y="6614427"/>
            <a:ext cx="2297152" cy="337790"/>
          </a:xfrm>
          <a:prstGeom prst="rect">
            <a:avLst/>
          </a:prstGeom>
          <a:noFill/>
          <a:ln/>
        </p:spPr>
        <p:txBody>
          <a:bodyPr wrap="square" lIns="0" tIns="0" rIns="0" bIns="0" rtlCol="0" anchor="t"/>
          <a:lstStyle/>
          <a:p>
            <a:pPr>
              <a:lnSpc>
                <a:spcPts val="1985"/>
              </a:lnSpc>
            </a:pPr>
            <a:r>
              <a:rPr lang="en-US" sz="1650" dirty="0">
                <a:solidFill>
                  <a:srgbClr val="FFFFFF">
                    <a:alpha val="100000"/>
                  </a:srgbClr>
                </a:solidFill>
                <a:latin typeface="Dava Sans"/>
              </a:rPr>
              <a:t>.NET Core</a:t>
            </a:r>
            <a:endParaRPr lang="en-US" dirty="0"/>
          </a:p>
        </p:txBody>
      </p:sp>
      <p:sp>
        <p:nvSpPr>
          <p:cNvPr id="26" name="Text 24"/>
          <p:cNvSpPr/>
          <p:nvPr/>
        </p:nvSpPr>
        <p:spPr>
          <a:xfrm>
            <a:off x="1109007" y="5101149"/>
            <a:ext cx="3371553" cy="488285"/>
          </a:xfrm>
          <a:prstGeom prst="rect">
            <a:avLst/>
          </a:prstGeom>
          <a:noFill/>
          <a:ln/>
        </p:spPr>
        <p:txBody>
          <a:bodyPr wrap="square" lIns="0" tIns="0" rIns="0" bIns="0" rtlCol="0" anchor="t"/>
          <a:lstStyle/>
          <a:p>
            <a:pPr>
              <a:lnSpc>
                <a:spcPts val="2780"/>
              </a:lnSpc>
            </a:pPr>
            <a:r>
              <a:rPr lang="en-US" sz="2000" b="1" dirty="0">
                <a:solidFill>
                  <a:srgbClr val="FF5740"/>
                </a:solidFill>
                <a:latin typeface="Dava Sans"/>
                <a:ea typeface="Dava Sans Bold"/>
              </a:rPr>
              <a:t>Development Consultant</a:t>
            </a:r>
            <a:endParaRPr lang="en-US" dirty="0"/>
          </a:p>
        </p:txBody>
      </p:sp>
      <p:sp>
        <p:nvSpPr>
          <p:cNvPr id="28" name="Shape 25"/>
          <p:cNvSpPr/>
          <p:nvPr/>
        </p:nvSpPr>
        <p:spPr>
          <a:xfrm>
            <a:off x="2721" y="12929176"/>
            <a:ext cx="24367481" cy="862701"/>
          </a:xfrm>
          <a:prstGeom prst="rect">
            <a:avLst/>
          </a:prstGeom>
          <a:solidFill>
            <a:srgbClr val="192B37">
              <a:alpha val="100000"/>
            </a:srgbClr>
          </a:solidFill>
          <a:ln/>
        </p:spPr>
        <p:txBody>
          <a:bodyPr/>
          <a:lstStyle/>
          <a:p>
            <a:endParaRPr lang="en-US" sz="6122"/>
          </a:p>
        </p:txBody>
      </p:sp>
      <p:sp>
        <p:nvSpPr>
          <p:cNvPr id="31" name="Text 26"/>
          <p:cNvSpPr/>
          <p:nvPr/>
        </p:nvSpPr>
        <p:spPr>
          <a:xfrm>
            <a:off x="2615814" y="13248885"/>
            <a:ext cx="5315670" cy="336131"/>
          </a:xfrm>
          <a:prstGeom prst="rect">
            <a:avLst/>
          </a:prstGeom>
          <a:noFill/>
          <a:ln/>
        </p:spPr>
        <p:txBody>
          <a:bodyPr wrap="square" lIns="0" tIns="0" rIns="0" bIns="0" rtlCol="0" anchor="t"/>
          <a:lstStyle/>
          <a:p>
            <a:pPr>
              <a:lnSpc>
                <a:spcPts val="2085"/>
              </a:lnSpc>
            </a:pPr>
            <a:r>
              <a:rPr lang="en-US" sz="1450">
                <a:solidFill>
                  <a:srgbClr val="FFFFFF">
                    <a:alpha val="100000"/>
                  </a:srgbClr>
                </a:solidFill>
                <a:latin typeface="Dava Sans"/>
                <a:ea typeface="Dava Sans Regular"/>
                <a:cs typeface="Dava Sans Regular" pitchFamily="34" charset="-120"/>
              </a:rPr>
              <a:t>© Copyright 2024 Endava | Confidential and proprietary</a:t>
            </a:r>
            <a:endParaRPr lang="en-US" sz="1450">
              <a:latin typeface="Dava Sans"/>
              <a:ea typeface="Dava Sans Regular"/>
            </a:endParaRPr>
          </a:p>
        </p:txBody>
      </p:sp>
      <p:sp>
        <p:nvSpPr>
          <p:cNvPr id="49" name="Shape 9">
            <a:extLst>
              <a:ext uri="{FF2B5EF4-FFF2-40B4-BE49-F238E27FC236}">
                <a16:creationId xmlns:a16="http://schemas.microsoft.com/office/drawing/2014/main" id="{BB76BAC1-3FF8-5A3B-FBA8-219A535CD6C0}"/>
              </a:ext>
            </a:extLst>
          </p:cNvPr>
          <p:cNvSpPr/>
          <p:nvPr/>
        </p:nvSpPr>
        <p:spPr>
          <a:xfrm>
            <a:off x="18995899" y="7145381"/>
            <a:ext cx="4286153" cy="455176"/>
          </a:xfrm>
          <a:prstGeom prst="rect">
            <a:avLst/>
          </a:prstGeom>
          <a:solidFill>
            <a:srgbClr val="E8EAEB">
              <a:alpha val="100000"/>
            </a:srgbClr>
          </a:solidFill>
          <a:ln/>
        </p:spPr>
        <p:txBody>
          <a:bodyPr/>
          <a:lstStyle/>
          <a:p>
            <a:endParaRPr lang="en-US" sz="6122"/>
          </a:p>
        </p:txBody>
      </p:sp>
      <p:sp>
        <p:nvSpPr>
          <p:cNvPr id="50" name="Shape 10">
            <a:extLst>
              <a:ext uri="{FF2B5EF4-FFF2-40B4-BE49-F238E27FC236}">
                <a16:creationId xmlns:a16="http://schemas.microsoft.com/office/drawing/2014/main" id="{98C5604C-9802-2CE0-0D69-4AFCF9082A1E}"/>
              </a:ext>
            </a:extLst>
          </p:cNvPr>
          <p:cNvSpPr/>
          <p:nvPr/>
        </p:nvSpPr>
        <p:spPr>
          <a:xfrm>
            <a:off x="18995899" y="7145381"/>
            <a:ext cx="3804586" cy="469690"/>
          </a:xfrm>
          <a:prstGeom prst="rect">
            <a:avLst/>
          </a:prstGeom>
          <a:solidFill>
            <a:srgbClr val="192B37">
              <a:alpha val="100000"/>
            </a:srgbClr>
          </a:solidFill>
          <a:ln/>
        </p:spPr>
        <p:txBody>
          <a:bodyPr/>
          <a:lstStyle/>
          <a:p>
            <a:endParaRPr lang="en-US" sz="6122" dirty="0"/>
          </a:p>
        </p:txBody>
      </p:sp>
      <p:sp>
        <p:nvSpPr>
          <p:cNvPr id="51" name="Text 11">
            <a:extLst>
              <a:ext uri="{FF2B5EF4-FFF2-40B4-BE49-F238E27FC236}">
                <a16:creationId xmlns:a16="http://schemas.microsoft.com/office/drawing/2014/main" id="{4FA84C3B-4291-90F7-CFB6-DF80DB96E69A}"/>
              </a:ext>
            </a:extLst>
          </p:cNvPr>
          <p:cNvSpPr/>
          <p:nvPr/>
        </p:nvSpPr>
        <p:spPr>
          <a:xfrm>
            <a:off x="19121960" y="7258039"/>
            <a:ext cx="2297152" cy="282245"/>
          </a:xfrm>
          <a:prstGeom prst="rect">
            <a:avLst/>
          </a:prstGeom>
          <a:noFill/>
          <a:ln/>
        </p:spPr>
        <p:txBody>
          <a:bodyPr wrap="square" lIns="0" tIns="0" rIns="0" bIns="0" rtlCol="0" anchor="t"/>
          <a:lstStyle/>
          <a:p>
            <a:pPr>
              <a:lnSpc>
                <a:spcPts val="1985"/>
              </a:lnSpc>
            </a:pPr>
            <a:r>
              <a:rPr lang="en-US" sz="1650" dirty="0">
                <a:solidFill>
                  <a:srgbClr val="FFFFFF">
                    <a:alpha val="100000"/>
                  </a:srgbClr>
                </a:solidFill>
                <a:latin typeface="Dava Sans"/>
              </a:rPr>
              <a:t>AWS / Google Cloud</a:t>
            </a:r>
            <a:endParaRPr lang="en-US" sz="1800" dirty="0"/>
          </a:p>
        </p:txBody>
      </p:sp>
      <p:sp>
        <p:nvSpPr>
          <p:cNvPr id="52" name="Shape 9">
            <a:extLst>
              <a:ext uri="{FF2B5EF4-FFF2-40B4-BE49-F238E27FC236}">
                <a16:creationId xmlns:a16="http://schemas.microsoft.com/office/drawing/2014/main" id="{C117C8D2-E049-2A48-1920-CBD89A99E2A1}"/>
              </a:ext>
            </a:extLst>
          </p:cNvPr>
          <p:cNvSpPr/>
          <p:nvPr/>
        </p:nvSpPr>
        <p:spPr>
          <a:xfrm>
            <a:off x="18995899" y="8491616"/>
            <a:ext cx="4286153" cy="455176"/>
          </a:xfrm>
          <a:prstGeom prst="rect">
            <a:avLst/>
          </a:prstGeom>
          <a:solidFill>
            <a:srgbClr val="E8EAEB">
              <a:alpha val="100000"/>
            </a:srgbClr>
          </a:solidFill>
          <a:ln/>
        </p:spPr>
        <p:txBody>
          <a:bodyPr/>
          <a:lstStyle/>
          <a:p>
            <a:endParaRPr lang="en-US" sz="6122"/>
          </a:p>
        </p:txBody>
      </p:sp>
      <p:sp>
        <p:nvSpPr>
          <p:cNvPr id="53" name="Shape 10">
            <a:extLst>
              <a:ext uri="{FF2B5EF4-FFF2-40B4-BE49-F238E27FC236}">
                <a16:creationId xmlns:a16="http://schemas.microsoft.com/office/drawing/2014/main" id="{537D7F4A-EE31-C6ED-AC96-7CA8BE4E374A}"/>
              </a:ext>
            </a:extLst>
          </p:cNvPr>
          <p:cNvSpPr/>
          <p:nvPr/>
        </p:nvSpPr>
        <p:spPr>
          <a:xfrm>
            <a:off x="18995900" y="8491616"/>
            <a:ext cx="2856936" cy="455176"/>
          </a:xfrm>
          <a:prstGeom prst="rect">
            <a:avLst/>
          </a:prstGeom>
          <a:solidFill>
            <a:srgbClr val="192B37">
              <a:alpha val="100000"/>
            </a:srgbClr>
          </a:solidFill>
          <a:ln/>
        </p:spPr>
        <p:txBody>
          <a:bodyPr/>
          <a:lstStyle/>
          <a:p>
            <a:endParaRPr lang="en-US" sz="6122"/>
          </a:p>
        </p:txBody>
      </p:sp>
      <p:sp>
        <p:nvSpPr>
          <p:cNvPr id="54" name="Text 11">
            <a:extLst>
              <a:ext uri="{FF2B5EF4-FFF2-40B4-BE49-F238E27FC236}">
                <a16:creationId xmlns:a16="http://schemas.microsoft.com/office/drawing/2014/main" id="{D4043BBA-5F39-78CF-4554-625EEBE6EB61}"/>
              </a:ext>
            </a:extLst>
          </p:cNvPr>
          <p:cNvSpPr/>
          <p:nvPr/>
        </p:nvSpPr>
        <p:spPr>
          <a:xfrm>
            <a:off x="19121960" y="8604274"/>
            <a:ext cx="2297152" cy="226346"/>
          </a:xfrm>
          <a:prstGeom prst="rect">
            <a:avLst/>
          </a:prstGeom>
          <a:noFill/>
          <a:ln/>
        </p:spPr>
        <p:txBody>
          <a:bodyPr wrap="square" lIns="0" tIns="0" rIns="0" bIns="0" rtlCol="0" anchor="t"/>
          <a:lstStyle/>
          <a:p>
            <a:pPr>
              <a:lnSpc>
                <a:spcPts val="1985"/>
              </a:lnSpc>
            </a:pPr>
            <a:r>
              <a:rPr lang="en-US" sz="1650" dirty="0">
                <a:solidFill>
                  <a:srgbClr val="FFFFFF">
                    <a:alpha val="100000"/>
                  </a:srgbClr>
                </a:solidFill>
                <a:latin typeface="Dava Sans"/>
              </a:rPr>
              <a:t>Python</a:t>
            </a:r>
            <a:endParaRPr lang="en-US" dirty="0"/>
          </a:p>
        </p:txBody>
      </p:sp>
      <p:sp>
        <p:nvSpPr>
          <p:cNvPr id="55" name="Shape 9">
            <a:extLst>
              <a:ext uri="{FF2B5EF4-FFF2-40B4-BE49-F238E27FC236}">
                <a16:creationId xmlns:a16="http://schemas.microsoft.com/office/drawing/2014/main" id="{EC14CB04-8CD8-F74D-D6E2-EE85F905A988}"/>
              </a:ext>
            </a:extLst>
          </p:cNvPr>
          <p:cNvSpPr/>
          <p:nvPr/>
        </p:nvSpPr>
        <p:spPr>
          <a:xfrm>
            <a:off x="18995899" y="9138934"/>
            <a:ext cx="4286153" cy="455176"/>
          </a:xfrm>
          <a:prstGeom prst="rect">
            <a:avLst/>
          </a:prstGeom>
          <a:solidFill>
            <a:srgbClr val="E8EAEB">
              <a:alpha val="100000"/>
            </a:srgbClr>
          </a:solidFill>
          <a:ln/>
        </p:spPr>
        <p:txBody>
          <a:bodyPr/>
          <a:lstStyle/>
          <a:p>
            <a:endParaRPr lang="en-US" sz="6122"/>
          </a:p>
        </p:txBody>
      </p:sp>
      <p:sp>
        <p:nvSpPr>
          <p:cNvPr id="56" name="Shape 10">
            <a:extLst>
              <a:ext uri="{FF2B5EF4-FFF2-40B4-BE49-F238E27FC236}">
                <a16:creationId xmlns:a16="http://schemas.microsoft.com/office/drawing/2014/main" id="{2C0B6D9E-FD35-F8F4-7273-85E385A53DB7}"/>
              </a:ext>
            </a:extLst>
          </p:cNvPr>
          <p:cNvSpPr/>
          <p:nvPr/>
        </p:nvSpPr>
        <p:spPr>
          <a:xfrm>
            <a:off x="18995898" y="9138934"/>
            <a:ext cx="2856937" cy="455176"/>
          </a:xfrm>
          <a:prstGeom prst="rect">
            <a:avLst/>
          </a:prstGeom>
          <a:solidFill>
            <a:srgbClr val="192B37">
              <a:alpha val="100000"/>
            </a:srgbClr>
          </a:solidFill>
          <a:ln/>
        </p:spPr>
        <p:txBody>
          <a:bodyPr/>
          <a:lstStyle/>
          <a:p>
            <a:endParaRPr lang="en-US" sz="6122" dirty="0"/>
          </a:p>
        </p:txBody>
      </p:sp>
      <p:sp>
        <p:nvSpPr>
          <p:cNvPr id="57" name="Text 11">
            <a:extLst>
              <a:ext uri="{FF2B5EF4-FFF2-40B4-BE49-F238E27FC236}">
                <a16:creationId xmlns:a16="http://schemas.microsoft.com/office/drawing/2014/main" id="{97193887-FD97-E2C6-9699-317BF7345A1E}"/>
              </a:ext>
            </a:extLst>
          </p:cNvPr>
          <p:cNvSpPr/>
          <p:nvPr/>
        </p:nvSpPr>
        <p:spPr>
          <a:xfrm>
            <a:off x="19121960" y="9251592"/>
            <a:ext cx="2297152" cy="342517"/>
          </a:xfrm>
          <a:prstGeom prst="rect">
            <a:avLst/>
          </a:prstGeom>
          <a:noFill/>
          <a:ln/>
        </p:spPr>
        <p:txBody>
          <a:bodyPr wrap="square" lIns="0" tIns="0" rIns="0" bIns="0" rtlCol="0" anchor="t"/>
          <a:lstStyle/>
          <a:p>
            <a:pPr>
              <a:lnSpc>
                <a:spcPts val="1985"/>
              </a:lnSpc>
            </a:pPr>
            <a:r>
              <a:rPr lang="en-US" sz="1650" dirty="0">
                <a:solidFill>
                  <a:srgbClr val="FFFFFF"/>
                </a:solidFill>
                <a:latin typeface="Dava Sans"/>
              </a:rPr>
              <a:t>C#/F#</a:t>
            </a:r>
          </a:p>
        </p:txBody>
      </p:sp>
      <p:sp>
        <p:nvSpPr>
          <p:cNvPr id="58" name="Shape 9">
            <a:extLst>
              <a:ext uri="{FF2B5EF4-FFF2-40B4-BE49-F238E27FC236}">
                <a16:creationId xmlns:a16="http://schemas.microsoft.com/office/drawing/2014/main" id="{FC9CD263-0AE3-5D11-2822-98F3FE72AFB2}"/>
              </a:ext>
            </a:extLst>
          </p:cNvPr>
          <p:cNvSpPr/>
          <p:nvPr/>
        </p:nvSpPr>
        <p:spPr>
          <a:xfrm>
            <a:off x="18976140" y="7793697"/>
            <a:ext cx="4286153" cy="455176"/>
          </a:xfrm>
          <a:prstGeom prst="rect">
            <a:avLst/>
          </a:prstGeom>
          <a:solidFill>
            <a:srgbClr val="E8EAEB">
              <a:alpha val="100000"/>
            </a:srgbClr>
          </a:solidFill>
          <a:ln/>
        </p:spPr>
        <p:txBody>
          <a:bodyPr/>
          <a:lstStyle/>
          <a:p>
            <a:endParaRPr lang="en-US" sz="6122"/>
          </a:p>
        </p:txBody>
      </p:sp>
      <p:sp>
        <p:nvSpPr>
          <p:cNvPr id="59" name="Shape 10">
            <a:extLst>
              <a:ext uri="{FF2B5EF4-FFF2-40B4-BE49-F238E27FC236}">
                <a16:creationId xmlns:a16="http://schemas.microsoft.com/office/drawing/2014/main" id="{8F58109A-D126-1ACA-E39E-A9F0F28C0BEA}"/>
              </a:ext>
            </a:extLst>
          </p:cNvPr>
          <p:cNvSpPr/>
          <p:nvPr/>
        </p:nvSpPr>
        <p:spPr>
          <a:xfrm>
            <a:off x="18976139" y="7779183"/>
            <a:ext cx="3824345" cy="469690"/>
          </a:xfrm>
          <a:prstGeom prst="rect">
            <a:avLst/>
          </a:prstGeom>
          <a:solidFill>
            <a:srgbClr val="192B37">
              <a:alpha val="100000"/>
            </a:srgbClr>
          </a:solidFill>
          <a:ln/>
        </p:spPr>
        <p:txBody>
          <a:bodyPr/>
          <a:lstStyle/>
          <a:p>
            <a:endParaRPr lang="en-US" sz="6122"/>
          </a:p>
        </p:txBody>
      </p:sp>
      <p:sp>
        <p:nvSpPr>
          <p:cNvPr id="60" name="Text 11">
            <a:extLst>
              <a:ext uri="{FF2B5EF4-FFF2-40B4-BE49-F238E27FC236}">
                <a16:creationId xmlns:a16="http://schemas.microsoft.com/office/drawing/2014/main" id="{90708854-CEA2-A036-D47E-6A2FB5B71CB3}"/>
              </a:ext>
            </a:extLst>
          </p:cNvPr>
          <p:cNvSpPr/>
          <p:nvPr/>
        </p:nvSpPr>
        <p:spPr>
          <a:xfrm>
            <a:off x="19102200" y="7909730"/>
            <a:ext cx="4038478" cy="460034"/>
          </a:xfrm>
          <a:prstGeom prst="rect">
            <a:avLst/>
          </a:prstGeom>
          <a:noFill/>
          <a:ln/>
        </p:spPr>
        <p:txBody>
          <a:bodyPr wrap="square" lIns="0" tIns="0" rIns="0" bIns="0" rtlCol="0" anchor="t"/>
          <a:lstStyle/>
          <a:p>
            <a:pPr>
              <a:lnSpc>
                <a:spcPts val="1985"/>
              </a:lnSpc>
            </a:pPr>
            <a:r>
              <a:rPr lang="en-US" sz="1650" dirty="0">
                <a:solidFill>
                  <a:srgbClr val="FFFFFF">
                    <a:alpha val="100000"/>
                  </a:srgbClr>
                </a:solidFill>
                <a:latin typeface="Dava Sans"/>
              </a:rPr>
              <a:t>Software/System Architecture</a:t>
            </a:r>
            <a:endParaRPr lang="en-US" dirty="0"/>
          </a:p>
        </p:txBody>
      </p:sp>
      <p:pic>
        <p:nvPicPr>
          <p:cNvPr id="19" name="Graphic 18">
            <a:extLst>
              <a:ext uri="{FF2B5EF4-FFF2-40B4-BE49-F238E27FC236}">
                <a16:creationId xmlns:a16="http://schemas.microsoft.com/office/drawing/2014/main" id="{FEFFE7BB-7138-118E-C912-0C6962068BA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98402" y="13228792"/>
            <a:ext cx="1555913" cy="263468"/>
          </a:xfrm>
          <a:prstGeom prst="rect">
            <a:avLst/>
          </a:prstGeom>
        </p:spPr>
      </p:pic>
      <p:sp>
        <p:nvSpPr>
          <p:cNvPr id="24" name="AutoShape 6" descr="Envato Vector Logo - Download Free SVG Icon | Worldvectorlogo">
            <a:extLst>
              <a:ext uri="{FF2B5EF4-FFF2-40B4-BE49-F238E27FC236}">
                <a16:creationId xmlns:a16="http://schemas.microsoft.com/office/drawing/2014/main" id="{B08B74BE-5E2A-1148-DDEA-1C9745903F03}"/>
              </a:ext>
            </a:extLst>
          </p:cNvPr>
          <p:cNvSpPr>
            <a:spLocks noChangeAspect="1" noChangeArrowheads="1"/>
          </p:cNvSpPr>
          <p:nvPr/>
        </p:nvSpPr>
        <p:spPr bwMode="auto">
          <a:xfrm>
            <a:off x="12405532" y="9277063"/>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3" name="Text 29">
            <a:extLst>
              <a:ext uri="{FF2B5EF4-FFF2-40B4-BE49-F238E27FC236}">
                <a16:creationId xmlns:a16="http://schemas.microsoft.com/office/drawing/2014/main" id="{BA9A4D47-7DE4-C694-6FE0-65259C2ABA32}"/>
              </a:ext>
            </a:extLst>
          </p:cNvPr>
          <p:cNvSpPr/>
          <p:nvPr/>
        </p:nvSpPr>
        <p:spPr>
          <a:xfrm>
            <a:off x="9553591" y="6631156"/>
            <a:ext cx="8806263" cy="6010934"/>
          </a:xfrm>
          <a:prstGeom prst="rect">
            <a:avLst/>
          </a:prstGeom>
          <a:noFill/>
          <a:ln/>
        </p:spPr>
        <p:txBody>
          <a:bodyPr wrap="square" lIns="0" tIns="0" rIns="0" bIns="0" rtlCol="0" anchor="t"/>
          <a:lstStyle/>
          <a:p>
            <a:pPr>
              <a:lnSpc>
                <a:spcPts val="2382"/>
              </a:lnSpc>
            </a:pPr>
            <a:r>
              <a:rPr lang="en-US" sz="1800" b="1" dirty="0">
                <a:solidFill>
                  <a:srgbClr val="192B37"/>
                </a:solidFill>
                <a:latin typeface="Segoe UI"/>
                <a:ea typeface="Open Sans"/>
                <a:cs typeface="Segoe UI"/>
              </a:rPr>
              <a:t>Founder and Director </a:t>
            </a:r>
            <a:endParaRPr lang="en-US" sz="1800" dirty="0">
              <a:latin typeface="Segoe UI"/>
              <a:ea typeface="Open Sans"/>
              <a:cs typeface="Segoe UI"/>
            </a:endParaRPr>
          </a:p>
          <a:p>
            <a:r>
              <a:rPr lang="en-GB" sz="1800" dirty="0">
                <a:latin typeface="Segoe UI"/>
                <a:ea typeface="Open Sans"/>
                <a:cs typeface="Segoe UI"/>
              </a:rPr>
              <a:t>Delivered end-to-end EDI integration solution for a national logistic company and a major Australian supermarket chain, scaling the software product into a profitable SaaS business.</a:t>
            </a:r>
          </a:p>
          <a:p>
            <a:endParaRPr lang="en-GB" sz="1800" dirty="0">
              <a:latin typeface="Segoe UI"/>
              <a:ea typeface="Open Sans"/>
              <a:cs typeface="Segoe UI"/>
            </a:endParaRPr>
          </a:p>
          <a:p>
            <a:r>
              <a:rPr lang="en-GB" sz="1800" dirty="0">
                <a:latin typeface="Segoe UI"/>
                <a:ea typeface="Open Sans"/>
                <a:cs typeface="Segoe UI"/>
              </a:rPr>
              <a:t>Design microservices architecture using AWS serverless technology, domain driven design and modelling in F sharp, database schema design, and service implementation using .NET SDK. Third party AS2 library redesign and integration.</a:t>
            </a:r>
          </a:p>
          <a:p>
            <a:endParaRPr lang="en-GB" sz="1800" dirty="0">
              <a:latin typeface="Segoe UI"/>
              <a:ea typeface="Open Sans"/>
              <a:cs typeface="Segoe UI"/>
            </a:endParaRPr>
          </a:p>
          <a:p>
            <a:r>
              <a:rPr lang="en-GB" sz="1800" dirty="0">
                <a:latin typeface="Segoe UI"/>
                <a:ea typeface="Open Sans"/>
                <a:cs typeface="Segoe UI"/>
              </a:rPr>
              <a:t>Design and develop web portal for user/order management and reporting. Define user operation flow, UI mock-up and Rest APIs design and implementation.</a:t>
            </a:r>
          </a:p>
          <a:p>
            <a:endParaRPr lang="en-GB" sz="1800" dirty="0">
              <a:latin typeface="Segoe UI"/>
              <a:ea typeface="Open Sans"/>
              <a:cs typeface="Segoe UI"/>
            </a:endParaRPr>
          </a:p>
          <a:p>
            <a:r>
              <a:rPr lang="en-GB" sz="1800" dirty="0">
                <a:latin typeface="Segoe UI"/>
                <a:ea typeface="Open Sans"/>
                <a:cs typeface="Segoe UI"/>
              </a:rPr>
              <a:t>Security cloud connectivity development - Implement reverse Https proxy server with OAuth 2.0</a:t>
            </a:r>
          </a:p>
          <a:p>
            <a:endParaRPr lang="en-GB" sz="1800" dirty="0">
              <a:latin typeface="Segoe UI"/>
              <a:ea typeface="Open Sans"/>
              <a:cs typeface="Segoe UI"/>
            </a:endParaRPr>
          </a:p>
          <a:p>
            <a:r>
              <a:rPr lang="en-GB" sz="1800" dirty="0">
                <a:latin typeface="Segoe UI"/>
                <a:ea typeface="Open Sans"/>
                <a:cs typeface="Segoe UI"/>
              </a:rPr>
              <a:t>System Infrastructure design and deployment in AWS using </a:t>
            </a:r>
            <a:r>
              <a:rPr lang="en-GB" sz="1800" dirty="0" err="1">
                <a:latin typeface="Segoe UI"/>
                <a:ea typeface="Open Sans"/>
                <a:cs typeface="Segoe UI"/>
              </a:rPr>
              <a:t>Pulumi</a:t>
            </a:r>
            <a:r>
              <a:rPr lang="en-GB" sz="1800" dirty="0">
                <a:latin typeface="Segoe UI"/>
                <a:ea typeface="Open Sans"/>
                <a:cs typeface="Segoe UI"/>
              </a:rPr>
              <a:t>, CI/CD with AWS Code Pipeline.</a:t>
            </a:r>
          </a:p>
          <a:p>
            <a:endParaRPr lang="en-GB" sz="1800" dirty="0">
              <a:solidFill>
                <a:srgbClr val="364D55"/>
              </a:solidFill>
              <a:latin typeface="Open Sans" panose="020B0606030504020204" pitchFamily="34" charset="0"/>
              <a:ea typeface="Open Sans" panose="020B0606030504020204" pitchFamily="34" charset="0"/>
              <a:cs typeface="Open Sans" panose="020B0606030504020204" pitchFamily="34" charset="0"/>
            </a:endParaRPr>
          </a:p>
          <a:p>
            <a:pPr fontAlgn="t"/>
            <a:r>
              <a:rPr lang="en-GB" sz="1800" b="0" i="0" u="none" strike="noStrike" dirty="0">
                <a:solidFill>
                  <a:srgbClr val="364D55"/>
                </a:solidFill>
                <a:effectLst/>
                <a:latin typeface="Open Sans" panose="020B0606030504020204" pitchFamily="34" charset="0"/>
                <a:ea typeface="Open Sans" panose="020B0606030504020204" pitchFamily="34" charset="0"/>
                <a:cs typeface="Open Sans" panose="020B0606030504020204" pitchFamily="34" charset="0"/>
              </a:rPr>
              <a:t>Technologies: </a:t>
            </a:r>
            <a:r>
              <a:rPr lang="en-GB" sz="1800" b="0" i="0" u="none" strike="noStrike" dirty="0" err="1">
                <a:solidFill>
                  <a:srgbClr val="364D55"/>
                </a:solidFill>
                <a:effectLst/>
                <a:latin typeface="Open Sans" panose="020B0606030504020204" pitchFamily="34" charset="0"/>
                <a:ea typeface="Open Sans" panose="020B0606030504020204" pitchFamily="34" charset="0"/>
                <a:cs typeface="Open Sans" panose="020B0606030504020204" pitchFamily="34" charset="0"/>
              </a:rPr>
              <a:t>ASP.Net</a:t>
            </a:r>
            <a:r>
              <a:rPr lang="en-GB" sz="1800" b="0" i="0" u="none" strike="noStrike" dirty="0">
                <a:solidFill>
                  <a:srgbClr val="364D55"/>
                </a:solidFill>
                <a:effectLst/>
                <a:latin typeface="Open Sans" panose="020B0606030504020204" pitchFamily="34" charset="0"/>
                <a:ea typeface="Open Sans" panose="020B0606030504020204" pitchFamily="34" charset="0"/>
                <a:cs typeface="Open Sans" panose="020B0606030504020204" pitchFamily="34" charset="0"/>
              </a:rPr>
              <a:t> Core, F#, Python, Docker, React, Windows IIS server, AWS Lambda, DynamoDB, SQS, S3, SNS, SES, Cloud Watch, ECR, Amplify, Figma</a:t>
            </a:r>
          </a:p>
          <a:p>
            <a:pPr marL="0" marR="0" indent="0" algn="l" rtl="0" fontAlgn="t">
              <a:spcBef>
                <a:spcPts val="0"/>
              </a:spcBef>
              <a:spcAft>
                <a:spcPts val="0"/>
              </a:spcAft>
            </a:pPr>
            <a:endParaRPr lang="en-GB" sz="1800" dirty="0">
              <a:solidFill>
                <a:srgbClr val="364D55"/>
              </a:solidFill>
              <a:latin typeface="Open Sans" panose="020B0606030504020204" pitchFamily="34" charset="0"/>
              <a:ea typeface="Open Sans" panose="020B0606030504020204" pitchFamily="34" charset="0"/>
              <a:cs typeface="Open Sans" panose="020B0606030504020204" pitchFamily="34" charset="0"/>
            </a:endParaRPr>
          </a:p>
          <a:p>
            <a:pPr marL="0" marR="0" indent="0" algn="l" rtl="0" fontAlgn="t">
              <a:spcBef>
                <a:spcPts val="0"/>
              </a:spcBef>
              <a:spcAft>
                <a:spcPts val="0"/>
              </a:spcAft>
            </a:pPr>
            <a:endParaRPr lang="en-GB" sz="1800" b="0" i="0" u="none" strike="noStrike" dirty="0">
              <a:solidFill>
                <a:srgbClr val="364D55"/>
              </a:solidFill>
              <a:effectLst/>
              <a:latin typeface="Open Sans" panose="020B0606030504020204" pitchFamily="34" charset="0"/>
              <a:ea typeface="Open Sans" panose="020B0606030504020204" pitchFamily="34" charset="0"/>
              <a:cs typeface="Open Sans" panose="020B0606030504020204" pitchFamily="34" charset="0"/>
            </a:endParaRPr>
          </a:p>
          <a:p>
            <a:pPr marL="0" marR="0" indent="0" algn="l" rtl="0" fontAlgn="t">
              <a:spcBef>
                <a:spcPts val="0"/>
              </a:spcBef>
              <a:spcAft>
                <a:spcPts val="0"/>
              </a:spcAft>
            </a:pPr>
            <a:endParaRPr lang="en-GB" sz="1800" dirty="0">
              <a:solidFill>
                <a:srgbClr val="364D55"/>
              </a:solidFill>
              <a:latin typeface="Open Sans" panose="020B0606030504020204" pitchFamily="34" charset="0"/>
              <a:ea typeface="Open Sans" panose="020B0606030504020204" pitchFamily="34" charset="0"/>
              <a:cs typeface="Open Sans" panose="020B0606030504020204" pitchFamily="34" charset="0"/>
            </a:endParaRPr>
          </a:p>
          <a:p>
            <a:pPr>
              <a:lnSpc>
                <a:spcPts val="2316"/>
              </a:lnSpc>
            </a:pPr>
            <a:endParaRPr lang="en-US" sz="1650" dirty="0">
              <a:latin typeface="Dava Sans"/>
              <a:ea typeface="Dava Sans Regular"/>
            </a:endParaRPr>
          </a:p>
        </p:txBody>
      </p:sp>
      <p:sp>
        <p:nvSpPr>
          <p:cNvPr id="17" name="Text 29">
            <a:extLst>
              <a:ext uri="{FF2B5EF4-FFF2-40B4-BE49-F238E27FC236}">
                <a16:creationId xmlns:a16="http://schemas.microsoft.com/office/drawing/2014/main" id="{5F4A1C52-005C-B321-3A73-C217C231A2A1}"/>
              </a:ext>
            </a:extLst>
          </p:cNvPr>
          <p:cNvSpPr/>
          <p:nvPr/>
        </p:nvSpPr>
        <p:spPr>
          <a:xfrm>
            <a:off x="18997501" y="2726952"/>
            <a:ext cx="4578115" cy="1712919"/>
          </a:xfrm>
          <a:prstGeom prst="rect">
            <a:avLst/>
          </a:prstGeom>
          <a:noFill/>
          <a:ln/>
        </p:spPr>
        <p:txBody>
          <a:bodyPr wrap="square" lIns="0" tIns="0" rIns="0" bIns="0" rtlCol="0" anchor="t"/>
          <a:lstStyle/>
          <a:p>
            <a:pPr marL="144000" lvl="1" indent="-116450">
              <a:buClr>
                <a:schemeClr val="lt2"/>
              </a:buClr>
              <a:buSzPts val="700"/>
              <a:buFont typeface="Open Sans"/>
              <a:buChar char="●"/>
            </a:pPr>
            <a:r>
              <a:rPr lang="en-US" sz="1800" dirty="0">
                <a:solidFill>
                  <a:srgbClr val="364D55"/>
                </a:solidFill>
                <a:latin typeface="Open Sans" panose="020B0606030504020204" pitchFamily="34" charset="0"/>
                <a:ea typeface="Open Sans" panose="020B0606030504020204" pitchFamily="34" charset="0"/>
                <a:cs typeface="Open Sans" panose="020B0606030504020204" pitchFamily="34" charset="0"/>
                <a:sym typeface="Open Sans"/>
              </a:rPr>
              <a:t>AWS Solution Architect (Associate)</a:t>
            </a:r>
          </a:p>
          <a:p>
            <a:pPr marL="144000" lvl="1" indent="-116450">
              <a:buClr>
                <a:schemeClr val="lt2"/>
              </a:buClr>
              <a:buSzPts val="700"/>
              <a:buFont typeface="Open Sans"/>
              <a:buChar char="●"/>
            </a:pPr>
            <a:r>
              <a:rPr lang="en-US" sz="1800" dirty="0">
                <a:solidFill>
                  <a:srgbClr val="364D55"/>
                </a:solidFill>
                <a:latin typeface="Open Sans" panose="020B0606030504020204" pitchFamily="34" charset="0"/>
                <a:ea typeface="Open Sans" panose="020B0606030504020204" pitchFamily="34" charset="0"/>
                <a:cs typeface="Open Sans" panose="020B0606030504020204" pitchFamily="34" charset="0"/>
                <a:sym typeface="Open Sans"/>
              </a:rPr>
              <a:t>Google Cloud Architect Professional</a:t>
            </a:r>
          </a:p>
          <a:p>
            <a:pPr marL="144000" lvl="1" indent="-116450">
              <a:buClr>
                <a:schemeClr val="lt2"/>
              </a:buClr>
              <a:buSzPts val="700"/>
              <a:buFont typeface="Open Sans"/>
              <a:buChar char="●"/>
            </a:pPr>
            <a:r>
              <a:rPr lang="en-GB" sz="1800" dirty="0">
                <a:solidFill>
                  <a:srgbClr val="364D55"/>
                </a:solidFill>
                <a:latin typeface="Open Sans" panose="020B0606030504020204" pitchFamily="34" charset="0"/>
                <a:ea typeface="Open Sans" panose="020B0606030504020204" pitchFamily="34" charset="0"/>
                <a:cs typeface="Open Sans" panose="020B0606030504020204" pitchFamily="34" charset="0"/>
              </a:rPr>
              <a:t>Google Project Management: Professional</a:t>
            </a:r>
            <a:endParaRPr lang="en-US" sz="1800" dirty="0">
              <a:solidFill>
                <a:srgbClr val="364D55"/>
              </a:solidFill>
              <a:latin typeface="Open Sans" panose="020B0606030504020204" pitchFamily="34" charset="0"/>
              <a:ea typeface="Open Sans" panose="020B0606030504020204" pitchFamily="34" charset="0"/>
              <a:cs typeface="Open Sans" panose="020B0606030504020204" pitchFamily="34" charset="0"/>
              <a:sym typeface="Open Sans"/>
            </a:endParaRPr>
          </a:p>
          <a:p>
            <a:pPr marL="144000" lvl="1" indent="-116450">
              <a:buClr>
                <a:schemeClr val="lt2"/>
              </a:buClr>
              <a:buSzPts val="700"/>
              <a:buFont typeface="Open Sans"/>
              <a:buChar char="●"/>
            </a:pPr>
            <a:r>
              <a:rPr lang="en-US" sz="1800" dirty="0">
                <a:solidFill>
                  <a:srgbClr val="364D55"/>
                </a:solidFill>
                <a:latin typeface="Open Sans" panose="020B0606030504020204" pitchFamily="34" charset="0"/>
                <a:ea typeface="Open Sans" panose="020B0606030504020204" pitchFamily="34" charset="0"/>
                <a:cs typeface="Open Sans" panose="020B0606030504020204" pitchFamily="34" charset="0"/>
                <a:sym typeface="Open Sans"/>
              </a:rPr>
              <a:t>Machine Learning Specialization</a:t>
            </a:r>
          </a:p>
        </p:txBody>
      </p:sp>
      <p:pic>
        <p:nvPicPr>
          <p:cNvPr id="10" name="Picture 2" descr="profile image">
            <a:extLst>
              <a:ext uri="{FF2B5EF4-FFF2-40B4-BE49-F238E27FC236}">
                <a16:creationId xmlns:a16="http://schemas.microsoft.com/office/drawing/2014/main" id="{21D716CC-3C78-AE7E-24BE-483127B3962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7282" y="2003965"/>
            <a:ext cx="2063058" cy="2063058"/>
          </a:xfrm>
          <a:prstGeom prst="ellipse">
            <a:avLst/>
          </a:prstGeom>
          <a:noFill/>
          <a:ln w="63500" cap="rnd">
            <a:noFill/>
          </a:ln>
          <a:effectLst>
            <a:outerShdw blurRad="50800" dist="50800" dir="5400000" algn="ctr" rotWithShape="0">
              <a:schemeClr val="bg1"/>
            </a:outerShdw>
            <a:softEdge rad="50800"/>
          </a:effectLst>
          <a:scene3d>
            <a:camera prst="orthographicFront"/>
            <a:lightRig rig="contrasting" dir="t">
              <a:rot lat="0" lon="0" rev="3000000"/>
            </a:lightRig>
          </a:scene3d>
          <a:sp3d contourW="7620">
            <a:bevelT w="95250" h="31750"/>
            <a:contourClr>
              <a:srgbClr val="333333"/>
            </a:contourClr>
          </a:sp3d>
        </p:spPr>
      </p:pic>
      <p:pic>
        <p:nvPicPr>
          <p:cNvPr id="25" name="Picture 24">
            <a:extLst>
              <a:ext uri="{FF2B5EF4-FFF2-40B4-BE49-F238E27FC236}">
                <a16:creationId xmlns:a16="http://schemas.microsoft.com/office/drawing/2014/main" id="{6E416BEF-0211-1596-604E-B350798CBB4A}"/>
              </a:ext>
            </a:extLst>
          </p:cNvPr>
          <p:cNvPicPr>
            <a:picLocks noChangeAspect="1"/>
          </p:cNvPicPr>
          <p:nvPr/>
        </p:nvPicPr>
        <p:blipFill>
          <a:blip r:embed="rId7"/>
          <a:stretch>
            <a:fillRect/>
          </a:stretch>
        </p:blipFill>
        <p:spPr>
          <a:xfrm>
            <a:off x="7554012" y="3758205"/>
            <a:ext cx="1704246" cy="511274"/>
          </a:xfrm>
          <a:prstGeom prst="rect">
            <a:avLst/>
          </a:prstGeom>
        </p:spPr>
      </p:pic>
      <p:pic>
        <p:nvPicPr>
          <p:cNvPr id="27" name="Graphic 26">
            <a:extLst>
              <a:ext uri="{FF2B5EF4-FFF2-40B4-BE49-F238E27FC236}">
                <a16:creationId xmlns:a16="http://schemas.microsoft.com/office/drawing/2014/main" id="{D36A23CE-BA72-C09F-27A3-93881534564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478499" y="7189386"/>
            <a:ext cx="1961439" cy="367166"/>
          </a:xfrm>
          <a:prstGeom prst="rect">
            <a:avLst/>
          </a:prstGeom>
        </p:spPr>
      </p:pic>
      <p:sp>
        <p:nvSpPr>
          <p:cNvPr id="29" name="Text 29">
            <a:extLst>
              <a:ext uri="{FF2B5EF4-FFF2-40B4-BE49-F238E27FC236}">
                <a16:creationId xmlns:a16="http://schemas.microsoft.com/office/drawing/2014/main" id="{B0E3F43E-311C-7E9F-FC41-2EED8C8B60B5}"/>
              </a:ext>
            </a:extLst>
          </p:cNvPr>
          <p:cNvSpPr/>
          <p:nvPr/>
        </p:nvSpPr>
        <p:spPr>
          <a:xfrm>
            <a:off x="9553592" y="3169120"/>
            <a:ext cx="8627727" cy="2943476"/>
          </a:xfrm>
          <a:prstGeom prst="rect">
            <a:avLst/>
          </a:prstGeom>
          <a:noFill/>
          <a:ln/>
        </p:spPr>
        <p:txBody>
          <a:bodyPr wrap="square" lIns="0" tIns="0" rIns="0" bIns="0" rtlCol="0" anchor="t"/>
          <a:lstStyle/>
          <a:p>
            <a:pPr>
              <a:lnSpc>
                <a:spcPts val="2382"/>
              </a:lnSpc>
            </a:pPr>
            <a:r>
              <a:rPr lang="en-US" sz="1800" b="1" dirty="0">
                <a:solidFill>
                  <a:srgbClr val="192B37"/>
                </a:solidFill>
                <a:latin typeface="Segoe UI"/>
                <a:ea typeface="Open Sans"/>
                <a:cs typeface="Segoe UI"/>
              </a:rPr>
              <a:t>AI/ML Initiative Team Lead</a:t>
            </a:r>
            <a:endParaRPr lang="en-US" sz="1800" dirty="0">
              <a:latin typeface="Segoe UI"/>
              <a:ea typeface="Open Sans"/>
              <a:cs typeface="Segoe UI"/>
            </a:endParaRPr>
          </a:p>
          <a:p>
            <a:r>
              <a:rPr lang="en-GB" sz="1800" dirty="0">
                <a:latin typeface="Segoe UI"/>
                <a:ea typeface="Open Sans"/>
                <a:cs typeface="Segoe UI"/>
              </a:rPr>
              <a:t>Led a team of 5 to architect and deploy a real-time carry-on luggage detection system for airline industry using computer vision; Fine tuning deep learning model and performance evaluation, deploy and hosted app on AWS.</a:t>
            </a:r>
          </a:p>
          <a:p>
            <a:endParaRPr lang="en-GB" sz="1800" dirty="0">
              <a:latin typeface="Segoe UI"/>
              <a:ea typeface="Open Sans"/>
              <a:cs typeface="Segoe UI"/>
            </a:endParaRPr>
          </a:p>
          <a:p>
            <a:r>
              <a:rPr lang="en-GB" sz="1800" dirty="0">
                <a:latin typeface="Segoe UI"/>
                <a:ea typeface="Open Sans"/>
                <a:cs typeface="Segoe UI"/>
              </a:rPr>
              <a:t>Built an AI Financial Analyst tool leveraging RAG architecture, streamlining document summarization and analysis workflows in capital market.</a:t>
            </a:r>
          </a:p>
          <a:p>
            <a:endParaRPr lang="en-GB" sz="1800" dirty="0">
              <a:latin typeface="Segoe UI"/>
              <a:ea typeface="Open Sans"/>
              <a:cs typeface="Segoe UI"/>
            </a:endParaRPr>
          </a:p>
          <a:p>
            <a:r>
              <a:rPr lang="en-GB" sz="1800" dirty="0">
                <a:solidFill>
                  <a:srgbClr val="364D55"/>
                </a:solidFill>
                <a:latin typeface="Segoe UI"/>
                <a:ea typeface="Open Sans"/>
                <a:cs typeface="Segoe UI"/>
              </a:rPr>
              <a:t>Technologies: Python, Docker, OpenCV, </a:t>
            </a:r>
            <a:r>
              <a:rPr lang="en-GB" sz="1800" dirty="0" err="1">
                <a:solidFill>
                  <a:srgbClr val="364D55"/>
                </a:solidFill>
                <a:latin typeface="Segoe UI"/>
                <a:ea typeface="Open Sans"/>
                <a:cs typeface="Segoe UI"/>
              </a:rPr>
              <a:t>GStreamer</a:t>
            </a:r>
            <a:r>
              <a:rPr lang="en-GB" sz="1800" dirty="0">
                <a:solidFill>
                  <a:srgbClr val="364D55"/>
                </a:solidFill>
                <a:latin typeface="Segoe UI"/>
                <a:ea typeface="Open Sans"/>
                <a:cs typeface="Segoe UI"/>
              </a:rPr>
              <a:t>, AWS Kinesis Video Stream, </a:t>
            </a:r>
            <a:r>
              <a:rPr lang="en-AU" sz="1800" dirty="0">
                <a:solidFill>
                  <a:srgbClr val="364D55"/>
                </a:solidFill>
                <a:latin typeface="Segoe UI"/>
                <a:ea typeface="Open Sans"/>
                <a:cs typeface="Segoe UI"/>
              </a:rPr>
              <a:t>EC2</a:t>
            </a:r>
            <a:r>
              <a:rPr lang="en-GB" sz="1800" dirty="0">
                <a:solidFill>
                  <a:srgbClr val="364D55"/>
                </a:solidFill>
                <a:latin typeface="Segoe UI"/>
                <a:ea typeface="Open Sans"/>
                <a:cs typeface="Segoe UI"/>
              </a:rPr>
              <a:t>,</a:t>
            </a:r>
            <a:r>
              <a:rPr lang="en-AU" sz="1800" dirty="0">
                <a:solidFill>
                  <a:srgbClr val="364D55"/>
                </a:solidFill>
                <a:latin typeface="Segoe UI"/>
                <a:ea typeface="Open Sans"/>
                <a:cs typeface="Segoe UI"/>
              </a:rPr>
              <a:t> ECR, Sage Maker, GCP Vertex AI, </a:t>
            </a:r>
            <a:r>
              <a:rPr lang="en-AU" sz="1800" dirty="0" err="1">
                <a:solidFill>
                  <a:srgbClr val="364D55"/>
                </a:solidFill>
                <a:latin typeface="Segoe UI"/>
                <a:ea typeface="Open Sans"/>
                <a:cs typeface="Segoe UI"/>
              </a:rPr>
              <a:t>Streamlit</a:t>
            </a:r>
            <a:r>
              <a:rPr lang="en-AU" sz="1800" dirty="0">
                <a:solidFill>
                  <a:srgbClr val="364D55"/>
                </a:solidFill>
                <a:latin typeface="Segoe UI"/>
                <a:ea typeface="Open Sans"/>
                <a:cs typeface="Segoe UI"/>
              </a:rPr>
              <a:t>, etc,  </a:t>
            </a:r>
            <a:endParaRPr lang="en-US" dirty="0"/>
          </a:p>
          <a:p>
            <a:pPr>
              <a:lnSpc>
                <a:spcPts val="2382"/>
              </a:lnSpc>
            </a:pPr>
            <a:endParaRPr lang="en-US" sz="1800" b="1" dirty="0">
              <a:solidFill>
                <a:srgbClr val="192B37"/>
              </a:solidFill>
              <a:latin typeface="Segoe UI"/>
              <a:ea typeface="Open Sans"/>
              <a:cs typeface="Segoe UI"/>
            </a:endParaRPr>
          </a:p>
          <a:p>
            <a:pPr marL="0" marR="0" indent="0" algn="l" rtl="0" fontAlgn="t">
              <a:spcBef>
                <a:spcPts val="0"/>
              </a:spcBef>
              <a:spcAft>
                <a:spcPts val="0"/>
              </a:spcAft>
            </a:pPr>
            <a:endParaRPr lang="en-GB" sz="1800" b="0" i="0" u="none" strike="noStrike" dirty="0">
              <a:solidFill>
                <a:srgbClr val="364D55"/>
              </a:solidFill>
              <a:effectLst/>
              <a:latin typeface="Open Sans" panose="020B0606030504020204" pitchFamily="34" charset="0"/>
              <a:ea typeface="Open Sans" panose="020B0606030504020204" pitchFamily="34" charset="0"/>
              <a:cs typeface="Open Sans" panose="020B0606030504020204" pitchFamily="34" charset="0"/>
            </a:endParaRPr>
          </a:p>
          <a:p>
            <a:pPr>
              <a:lnSpc>
                <a:spcPts val="2316"/>
              </a:lnSpc>
            </a:pPr>
            <a:endParaRPr lang="en-US" sz="1650" dirty="0">
              <a:latin typeface="Dava Sans"/>
              <a:ea typeface="Dava Sans Regular"/>
            </a:endParaRPr>
          </a:p>
        </p:txBody>
      </p:sp>
    </p:spTree>
    <p:extLst>
      <p:ext uri="{BB962C8B-B14F-4D97-AF65-F5344CB8AC3E}">
        <p14:creationId xmlns:p14="http://schemas.microsoft.com/office/powerpoint/2010/main" val="3994349612"/>
      </p:ext>
    </p:extLst>
  </p:cSld>
  <p:clrMapOvr>
    <a:masterClrMapping/>
  </p:clrMapOvr>
</p:sld>
</file>

<file path=ppt/theme/theme1.xml><?xml version="1.0" encoding="utf-8"?>
<a:theme xmlns:a="http://schemas.openxmlformats.org/drawingml/2006/main" name="1_White">
  <a:themeElements>
    <a:clrScheme name="1_White">
      <a:dk1>
        <a:srgbClr val="48535B"/>
      </a:dk1>
      <a:lt1>
        <a:srgbClr val="FFFFFF"/>
      </a:lt1>
      <a:dk2>
        <a:srgbClr val="A7A7A7"/>
      </a:dk2>
      <a:lt2>
        <a:srgbClr val="535353"/>
      </a:lt2>
      <a:accent1>
        <a:srgbClr val="DE411A"/>
      </a:accent1>
      <a:accent2>
        <a:srgbClr val="379BD7"/>
      </a:accent2>
      <a:accent3>
        <a:srgbClr val="233237"/>
      </a:accent3>
      <a:accent4>
        <a:srgbClr val="C31900"/>
      </a:accent4>
      <a:accent5>
        <a:srgbClr val="EC6861"/>
      </a:accent5>
      <a:accent6>
        <a:srgbClr val="0AC3E6"/>
      </a:accent6>
      <a:hlink>
        <a:srgbClr val="0000FF"/>
      </a:hlink>
      <a:folHlink>
        <a:srgbClr val="FF00FF"/>
      </a:folHlink>
    </a:clrScheme>
    <a:fontScheme name="1_White">
      <a:majorFont>
        <a:latin typeface="Arial"/>
        <a:ea typeface="Arial"/>
        <a:cs typeface="Arial"/>
      </a:majorFont>
      <a:minorFont>
        <a:latin typeface="Arial"/>
        <a:ea typeface="Arial"/>
        <a:cs typeface="Arial"/>
      </a:minorFont>
    </a:fontScheme>
    <a:fmtScheme name="1_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6" tIns="71436" rIns="71436" bIns="71436"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White">
  <a:themeElements>
    <a:clrScheme name="1_White">
      <a:dk1>
        <a:srgbClr val="000000"/>
      </a:dk1>
      <a:lt1>
        <a:srgbClr val="FFFFFF"/>
      </a:lt1>
      <a:dk2>
        <a:srgbClr val="A7A7A7"/>
      </a:dk2>
      <a:lt2>
        <a:srgbClr val="535353"/>
      </a:lt2>
      <a:accent1>
        <a:srgbClr val="DE411A"/>
      </a:accent1>
      <a:accent2>
        <a:srgbClr val="379BD7"/>
      </a:accent2>
      <a:accent3>
        <a:srgbClr val="233237"/>
      </a:accent3>
      <a:accent4>
        <a:srgbClr val="C31900"/>
      </a:accent4>
      <a:accent5>
        <a:srgbClr val="EC6861"/>
      </a:accent5>
      <a:accent6>
        <a:srgbClr val="0AC3E6"/>
      </a:accent6>
      <a:hlink>
        <a:srgbClr val="0000FF"/>
      </a:hlink>
      <a:folHlink>
        <a:srgbClr val="FF00FF"/>
      </a:folHlink>
    </a:clrScheme>
    <a:fontScheme name="1_White">
      <a:majorFont>
        <a:latin typeface="Arial"/>
        <a:ea typeface="Arial"/>
        <a:cs typeface="Arial"/>
      </a:majorFont>
      <a:minorFont>
        <a:latin typeface="Arial"/>
        <a:ea typeface="Arial"/>
        <a:cs typeface="Arial"/>
      </a:minorFont>
    </a:fontScheme>
    <a:fmtScheme name="1_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0" tIns="0" rIns="0" bIns="0"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71436" tIns="71436" rIns="71436" bIns="71436"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3700" b="0" i="0" u="none" strike="noStrike" cap="none" spc="0" normalizeH="0" baseline="0">
            <a:ln>
              <a:noFill/>
            </a:ln>
            <a:solidFill>
              <a:srgbClr val="48535B"/>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8DCE40580D20C4298A87986A07937BD" ma:contentTypeVersion="17" ma:contentTypeDescription="Create a new document." ma:contentTypeScope="" ma:versionID="da367cf18a593eae7cda39e2001973db">
  <xsd:schema xmlns:xsd="http://www.w3.org/2001/XMLSchema" xmlns:xs="http://www.w3.org/2001/XMLSchema" xmlns:p="http://schemas.microsoft.com/office/2006/metadata/properties" xmlns:ns2="b845db32-5536-4422-8e65-7ae5c32a13ce" xmlns:ns3="0e33d76e-706b-460e-99ac-79d00b308990" targetNamespace="http://schemas.microsoft.com/office/2006/metadata/properties" ma:root="true" ma:fieldsID="dc03f41257bf2fe174c9d54218750cc2" ns2:_="" ns3:_="">
    <xsd:import namespace="b845db32-5536-4422-8e65-7ae5c32a13ce"/>
    <xsd:import namespace="0e33d76e-706b-460e-99ac-79d00b30899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Location" minOccurs="0"/>
                <xsd:element ref="ns3:SharedWithUsers" minOccurs="0"/>
                <xsd:element ref="ns3:SharedWithDetails" minOccurs="0"/>
                <xsd:element ref="ns2:Order0" minOccurs="0"/>
                <xsd:element ref="ns2:Oracle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845db32-5536-4422-8e65-7ae5c32a13c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cda9fbb2-20ec-4b38-b475-624b7129167d"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Location" ma:index="20" nillable="true" ma:displayName="Location" ma:indexed="true" ma:internalName="MediaServiceLocation" ma:readOnly="true">
      <xsd:simpleType>
        <xsd:restriction base="dms:Text"/>
      </xsd:simpleType>
    </xsd:element>
    <xsd:element name="Order0" ma:index="23" nillable="true" ma:displayName="Order" ma:format="Dropdown" ma:internalName="Order0">
      <xsd:simpleType>
        <xsd:restriction base="dms:Text">
          <xsd:maxLength value="255"/>
        </xsd:restriction>
      </xsd:simpleType>
    </xsd:element>
    <xsd:element name="OracleID" ma:index="24" nillable="true" ma:displayName="OracleID" ma:decimals="0" ma:description="Required to link to the AUD bench Report" ma:format="Dropdown" ma:internalName="OracleID" ma:percentage="FALSE">
      <xsd:simpleType>
        <xsd:restriction base="dms:Number">
          <xsd:maxInclusive value="999999"/>
          <xsd:minInclusive value="100000"/>
        </xsd:restriction>
      </xsd:simpleType>
    </xsd:element>
  </xsd:schema>
  <xsd:schema xmlns:xsd="http://www.w3.org/2001/XMLSchema" xmlns:xs="http://www.w3.org/2001/XMLSchema" xmlns:dms="http://schemas.microsoft.com/office/2006/documentManagement/types" xmlns:pc="http://schemas.microsoft.com/office/infopath/2007/PartnerControls" targetNamespace="0e33d76e-706b-460e-99ac-79d00b308990"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dd1221-859e-4f28-b3e2-93f83a0b7530}" ma:internalName="TaxCatchAll" ma:showField="CatchAllData" ma:web="0e33d76e-706b-460e-99ac-79d00b30899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0e33d76e-706b-460e-99ac-79d00b308990">
      <UserInfo>
        <DisplayName>Michelle Wang</DisplayName>
        <AccountId>82</AccountId>
        <AccountType/>
      </UserInfo>
    </SharedWithUsers>
    <lcf76f155ced4ddcb4097134ff3c332f xmlns="b845db32-5536-4422-8e65-7ae5c32a13ce">
      <Terms xmlns="http://schemas.microsoft.com/office/infopath/2007/PartnerControls"/>
    </lcf76f155ced4ddcb4097134ff3c332f>
    <TaxCatchAll xmlns="0e33d76e-706b-460e-99ac-79d00b308990" xsi:nil="true"/>
    <Order0 xmlns="b845db32-5536-4422-8e65-7ae5c32a13ce" xsi:nil="true"/>
    <OracleID xmlns="b845db32-5536-4422-8e65-7ae5c32a13ce" xsi:nil="true"/>
  </documentManagement>
</p:properties>
</file>

<file path=customXml/itemProps1.xml><?xml version="1.0" encoding="utf-8"?>
<ds:datastoreItem xmlns:ds="http://schemas.openxmlformats.org/officeDocument/2006/customXml" ds:itemID="{630E3180-579E-43EC-BEFA-9DB8B4E119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845db32-5536-4422-8e65-7ae5c32a13ce"/>
    <ds:schemaRef ds:uri="0e33d76e-706b-460e-99ac-79d00b3089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2545ABA-A85A-470C-8D4F-E6468809A42E}">
  <ds:schemaRefs>
    <ds:schemaRef ds:uri="http://schemas.microsoft.com/sharepoint/v3/contenttype/forms"/>
  </ds:schemaRefs>
</ds:datastoreItem>
</file>

<file path=customXml/itemProps3.xml><?xml version="1.0" encoding="utf-8"?>
<ds:datastoreItem xmlns:ds="http://schemas.openxmlformats.org/officeDocument/2006/customXml" ds:itemID="{4B72827B-B372-47D3-A0DE-F04290262B6A}">
  <ds:schemaRefs>
    <ds:schemaRef ds:uri="0e33d76e-706b-460e-99ac-79d00b308990"/>
    <ds:schemaRef ds:uri="b845db32-5536-4422-8e65-7ae5c32a13c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96</TotalTime>
  <Words>406</Words>
  <Application>Microsoft Office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Dava Sans</vt:lpstr>
      <vt:lpstr>Open Sans</vt:lpstr>
      <vt:lpstr>Segoe UI</vt:lpstr>
      <vt:lpstr>Arial</vt:lpstr>
      <vt:lpstr>1_White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Peter Huang</cp:lastModifiedBy>
  <cp:revision>149</cp:revision>
  <dcterms:modified xsi:type="dcterms:W3CDTF">2024-12-20T06:19:55Z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0x010100A8DCE40580D20C4298A87986A07937BD</vt:lpwstr>
  </property>
  <property fmtid="{D5CDD505-2E9C-101B-9397-08002B2CF9AE}" pid="3" name="MediaServiceImageTags">
    <vt:lpwstr/>
  </property>
</Properties>
</file>