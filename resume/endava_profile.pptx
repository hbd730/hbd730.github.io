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64" r:id="rId5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700" b="0" i="0" u="none" strike="noStrike" cap="none" spc="0" normalizeH="0" baseline="0">
        <a:ln>
          <a:noFill/>
        </a:ln>
        <a:solidFill>
          <a:srgbClr val="48535B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DA056-3FFE-686D-A00B-22A5884A4BF0}" v="54" dt="2023-09-01T01:56:04.106"/>
    <p1510:client id="{68AAF368-26A5-EC78-5D09-D765A75E3823}" v="1589" dt="2023-09-01T01:53:31.774"/>
    <p1510:client id="{E8983DA0-537E-CD4C-97C3-34D15CB8943D}" v="1" dt="2023-08-25T04:04:29.375"/>
    <p1510:client id="{EA46D6DF-6BCA-93F8-6D86-6AF7DC67AED2}" v="2" dt="2023-08-25T04:03:23.50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ff">
        <a:fontRef idx="minor">
          <a:srgbClr val="48535B"/>
        </a:fontRef>
        <a:srgbClr val="48535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CDCB"/>
          </a:solidFill>
        </a:fill>
      </a:tcStyle>
    </a:wholeTbl>
    <a:band2H>
      <a:tcTxStyle/>
      <a:tcStyle>
        <a:tcBdr/>
        <a:fill>
          <a:solidFill>
            <a:srgbClr val="F9E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Ref idx="minor">
          <a:srgbClr val="48535B"/>
        </a:fontRef>
        <a:srgbClr val="48535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CCC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48535B"/>
        </a:fontRef>
        <a:srgbClr val="48535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9F5"/>
          </a:solidFill>
        </a:fill>
      </a:tcStyle>
    </a:wholeTbl>
    <a:band2H>
      <a:tcTxStyle/>
      <a:tcStyle>
        <a:tcBdr/>
        <a:fill>
          <a:solidFill>
            <a:srgbClr val="E6F4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48535B"/>
        </a:fontRef>
        <a:srgbClr val="48535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48535B"/>
        </a:fontRef>
        <a:srgbClr val="48535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8535B"/>
              </a:solidFill>
              <a:prstDash val="solid"/>
              <a:round/>
            </a:ln>
          </a:top>
          <a:bottom>
            <a:ln w="25400" cap="flat">
              <a:solidFill>
                <a:srgbClr val="48535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8535B"/>
              </a:solidFill>
              <a:prstDash val="solid"/>
              <a:round/>
            </a:ln>
          </a:top>
          <a:bottom>
            <a:ln w="25400" cap="flat">
              <a:solidFill>
                <a:srgbClr val="48535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48535B"/>
        </a:fontRef>
        <a:srgbClr val="48535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CFD0"/>
          </a:solidFill>
        </a:fill>
      </a:tcStyle>
    </a:wholeTbl>
    <a:band2H>
      <a:tcTxStyle/>
      <a:tcStyle>
        <a:tcBdr/>
        <a:fill>
          <a:solidFill>
            <a:srgbClr val="E8E9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8535B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8535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8535B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n Wheeler" userId="S::benn.wheeler@endava.com::75dcc7bb-8cf8-4d16-bf82-6ae766a478dc" providerId="AD" clId="Web-{68AAF368-26A5-EC78-5D09-D765A75E3823}"/>
    <pc:docChg chg="addSld modSld">
      <pc:chgData name="Benn Wheeler" userId="S::benn.wheeler@endava.com::75dcc7bb-8cf8-4d16-bf82-6ae766a478dc" providerId="AD" clId="Web-{68AAF368-26A5-EC78-5D09-D765A75E3823}" dt="2023-09-01T01:53:30.118" v="845" actId="20577"/>
      <pc:docMkLst>
        <pc:docMk/>
      </pc:docMkLst>
      <pc:sldChg chg="modSp">
        <pc:chgData name="Benn Wheeler" userId="S::benn.wheeler@endava.com::75dcc7bb-8cf8-4d16-bf82-6ae766a478dc" providerId="AD" clId="Web-{68AAF368-26A5-EC78-5D09-D765A75E3823}" dt="2023-09-01T01:37:42.441" v="59" actId="20577"/>
        <pc:sldMkLst>
          <pc:docMk/>
          <pc:sldMk cId="0" sldId="256"/>
        </pc:sldMkLst>
        <pc:spChg chg="mod">
          <ac:chgData name="Benn Wheeler" userId="S::benn.wheeler@endava.com::75dcc7bb-8cf8-4d16-bf82-6ae766a478dc" providerId="AD" clId="Web-{68AAF368-26A5-EC78-5D09-D765A75E3823}" dt="2023-09-01T01:37:42.441" v="59" actId="20577"/>
          <ac:spMkLst>
            <pc:docMk/>
            <pc:sldMk cId="0" sldId="256"/>
            <ac:spMk id="127" creationId="{00000000-0000-0000-0000-000000000000}"/>
          </ac:spMkLst>
        </pc:spChg>
      </pc:sldChg>
      <pc:sldChg chg="modSp">
        <pc:chgData name="Benn Wheeler" userId="S::benn.wheeler@endava.com::75dcc7bb-8cf8-4d16-bf82-6ae766a478dc" providerId="AD" clId="Web-{68AAF368-26A5-EC78-5D09-D765A75E3823}" dt="2023-09-01T01:45:34.146" v="565" actId="20577"/>
        <pc:sldMkLst>
          <pc:docMk/>
          <pc:sldMk cId="557622337" sldId="260"/>
        </pc:sldMkLst>
        <pc:spChg chg="mod">
          <ac:chgData name="Benn Wheeler" userId="S::benn.wheeler@endava.com::75dcc7bb-8cf8-4d16-bf82-6ae766a478dc" providerId="AD" clId="Web-{68AAF368-26A5-EC78-5D09-D765A75E3823}" dt="2023-09-01T01:45:27.490" v="560" actId="20577"/>
          <ac:spMkLst>
            <pc:docMk/>
            <pc:sldMk cId="557622337" sldId="260"/>
            <ac:spMk id="5" creationId="{9EDAC058-C605-9C21-81B1-1A18C42B99A0}"/>
          </ac:spMkLst>
        </pc:spChg>
        <pc:spChg chg="mod">
          <ac:chgData name="Benn Wheeler" userId="S::benn.wheeler@endava.com::75dcc7bb-8cf8-4d16-bf82-6ae766a478dc" providerId="AD" clId="Web-{68AAF368-26A5-EC78-5D09-D765A75E3823}" dt="2023-09-01T01:45:34.146" v="565" actId="20577"/>
          <ac:spMkLst>
            <pc:docMk/>
            <pc:sldMk cId="557622337" sldId="260"/>
            <ac:spMk id="127" creationId="{00000000-0000-0000-0000-000000000000}"/>
          </ac:spMkLst>
        </pc:spChg>
      </pc:sldChg>
      <pc:sldChg chg="modSp">
        <pc:chgData name="Benn Wheeler" userId="S::benn.wheeler@endava.com::75dcc7bb-8cf8-4d16-bf82-6ae766a478dc" providerId="AD" clId="Web-{68AAF368-26A5-EC78-5D09-D765A75E3823}" dt="2023-09-01T01:38:21.583" v="62" actId="14100"/>
        <pc:sldMkLst>
          <pc:docMk/>
          <pc:sldMk cId="260640615" sldId="261"/>
        </pc:sldMkLst>
        <pc:spChg chg="mod">
          <ac:chgData name="Benn Wheeler" userId="S::benn.wheeler@endava.com::75dcc7bb-8cf8-4d16-bf82-6ae766a478dc" providerId="AD" clId="Web-{68AAF368-26A5-EC78-5D09-D765A75E3823}" dt="2023-09-01T01:38:21.583" v="62" actId="14100"/>
          <ac:spMkLst>
            <pc:docMk/>
            <pc:sldMk cId="260640615" sldId="261"/>
            <ac:spMk id="19" creationId="{08FAC564-9957-AFB7-AE6D-934C0BFF0B7C}"/>
          </ac:spMkLst>
        </pc:spChg>
      </pc:sldChg>
      <pc:sldChg chg="modSp">
        <pc:chgData name="Benn Wheeler" userId="S::benn.wheeler@endava.com::75dcc7bb-8cf8-4d16-bf82-6ae766a478dc" providerId="AD" clId="Web-{68AAF368-26A5-EC78-5D09-D765A75E3823}" dt="2023-09-01T01:39:00.085" v="75" actId="14100"/>
        <pc:sldMkLst>
          <pc:docMk/>
          <pc:sldMk cId="2346374362" sldId="262"/>
        </pc:sldMkLst>
        <pc:spChg chg="mod">
          <ac:chgData name="Benn Wheeler" userId="S::benn.wheeler@endava.com::75dcc7bb-8cf8-4d16-bf82-6ae766a478dc" providerId="AD" clId="Web-{68AAF368-26A5-EC78-5D09-D765A75E3823}" dt="2023-09-01T01:39:00.085" v="75" actId="14100"/>
          <ac:spMkLst>
            <pc:docMk/>
            <pc:sldMk cId="2346374362" sldId="262"/>
            <ac:spMk id="49" creationId="{8DE7A5D2-3705-3C65-8E03-C6436DFFEEC9}"/>
          </ac:spMkLst>
        </pc:spChg>
      </pc:sldChg>
      <pc:sldChg chg="addSp delSp modSp add replId">
        <pc:chgData name="Benn Wheeler" userId="S::benn.wheeler@endava.com::75dcc7bb-8cf8-4d16-bf82-6ae766a478dc" providerId="AD" clId="Web-{68AAF368-26A5-EC78-5D09-D765A75E3823}" dt="2023-09-01T01:53:30.118" v="845" actId="20577"/>
        <pc:sldMkLst>
          <pc:docMk/>
          <pc:sldMk cId="2206440721" sldId="263"/>
        </pc:sldMkLst>
        <pc:spChg chg="del">
          <ac:chgData name="Benn Wheeler" userId="S::benn.wheeler@endava.com::75dcc7bb-8cf8-4d16-bf82-6ae766a478dc" providerId="AD" clId="Web-{68AAF368-26A5-EC78-5D09-D765A75E3823}" dt="2023-09-01T01:39:33.930" v="84"/>
          <ac:spMkLst>
            <pc:docMk/>
            <pc:sldMk cId="2206440721" sldId="263"/>
            <ac:spMk id="3" creationId="{D80094CB-3915-CE59-D330-F77CD32B3519}"/>
          </ac:spMkLst>
        </pc:spChg>
        <pc:spChg chg="del">
          <ac:chgData name="Benn Wheeler" userId="S::benn.wheeler@endava.com::75dcc7bb-8cf8-4d16-bf82-6ae766a478dc" providerId="AD" clId="Web-{68AAF368-26A5-EC78-5D09-D765A75E3823}" dt="2023-09-01T01:39:33.930" v="83"/>
          <ac:spMkLst>
            <pc:docMk/>
            <pc:sldMk cId="2206440721" sldId="263"/>
            <ac:spMk id="4" creationId="{6B074BF0-D6CB-B076-11F9-25775E4DF5C4}"/>
          </ac:spMkLst>
        </pc:spChg>
        <pc:spChg chg="mod">
          <ac:chgData name="Benn Wheeler" userId="S::benn.wheeler@endava.com::75dcc7bb-8cf8-4d16-bf82-6ae766a478dc" providerId="AD" clId="Web-{68AAF368-26A5-EC78-5D09-D765A75E3823}" dt="2023-09-01T01:39:44.430" v="108" actId="20577"/>
          <ac:spMkLst>
            <pc:docMk/>
            <pc:sldMk cId="2206440721" sldId="263"/>
            <ac:spMk id="5" creationId="{C62807C2-0B0D-77AE-DAE7-094DD6CB8E7B}"/>
          </ac:spMkLst>
        </pc:spChg>
        <pc:spChg chg="del">
          <ac:chgData name="Benn Wheeler" userId="S::benn.wheeler@endava.com::75dcc7bb-8cf8-4d16-bf82-6ae766a478dc" providerId="AD" clId="Web-{68AAF368-26A5-EC78-5D09-D765A75E3823}" dt="2023-09-01T01:39:33.914" v="82"/>
          <ac:spMkLst>
            <pc:docMk/>
            <pc:sldMk cId="2206440721" sldId="263"/>
            <ac:spMk id="7" creationId="{34DE4CF6-9E17-EC2A-3337-39F1BD88B499}"/>
          </ac:spMkLst>
        </pc:spChg>
        <pc:spChg chg="del">
          <ac:chgData name="Benn Wheeler" userId="S::benn.wheeler@endava.com::75dcc7bb-8cf8-4d16-bf82-6ae766a478dc" providerId="AD" clId="Web-{68AAF368-26A5-EC78-5D09-D765A75E3823}" dt="2023-09-01T01:39:33.914" v="81"/>
          <ac:spMkLst>
            <pc:docMk/>
            <pc:sldMk cId="2206440721" sldId="263"/>
            <ac:spMk id="10" creationId="{A8C6FFD8-2F00-CC94-994B-D759CA088956}"/>
          </ac:spMkLst>
        </pc:spChg>
        <pc:spChg chg="mod">
          <ac:chgData name="Benn Wheeler" userId="S::benn.wheeler@endava.com::75dcc7bb-8cf8-4d16-bf82-6ae766a478dc" providerId="AD" clId="Web-{68AAF368-26A5-EC78-5D09-D765A75E3823}" dt="2023-09-01T01:53:30.118" v="845" actId="20577"/>
          <ac:spMkLst>
            <pc:docMk/>
            <pc:sldMk cId="2206440721" sldId="263"/>
            <ac:spMk id="19" creationId="{08FAC564-9957-AFB7-AE6D-934C0BFF0B7C}"/>
          </ac:spMkLst>
        </pc:spChg>
        <pc:picChg chg="add del">
          <ac:chgData name="Benn Wheeler" userId="S::benn.wheeler@endava.com::75dcc7bb-8cf8-4d16-bf82-6ae766a478dc" providerId="AD" clId="Web-{68AAF368-26A5-EC78-5D09-D765A75E3823}" dt="2023-09-01T01:39:33.930" v="94"/>
          <ac:picMkLst>
            <pc:docMk/>
            <pc:sldMk cId="2206440721" sldId="263"/>
            <ac:picMk id="2" creationId="{3F8CF28A-F172-16D4-5CD2-A9D714E83298}"/>
          </ac:picMkLst>
        </pc:picChg>
        <pc:picChg chg="add mod">
          <ac:chgData name="Benn Wheeler" userId="S::benn.wheeler@endava.com::75dcc7bb-8cf8-4d16-bf82-6ae766a478dc" providerId="AD" clId="Web-{68AAF368-26A5-EC78-5D09-D765A75E3823}" dt="2023-09-01T01:52:29.709" v="841"/>
          <ac:picMkLst>
            <pc:docMk/>
            <pc:sldMk cId="2206440721" sldId="263"/>
            <ac:picMk id="8" creationId="{FB045679-FA4F-5E87-061D-28E8700426F7}"/>
          </ac:picMkLst>
        </pc:picChg>
        <pc:picChg chg="add mod">
          <ac:chgData name="Benn Wheeler" userId="S::benn.wheeler@endava.com::75dcc7bb-8cf8-4d16-bf82-6ae766a478dc" providerId="AD" clId="Web-{68AAF368-26A5-EC78-5D09-D765A75E3823}" dt="2023-09-01T01:52:17.740" v="840"/>
          <ac:picMkLst>
            <pc:docMk/>
            <pc:sldMk cId="2206440721" sldId="263"/>
            <ac:picMk id="17" creationId="{ADE8AED8-B696-D71F-0404-21B54A68434B}"/>
          </ac:picMkLst>
        </pc:picChg>
        <pc:cxnChg chg="del">
          <ac:chgData name="Benn Wheeler" userId="S::benn.wheeler@endava.com::75dcc7bb-8cf8-4d16-bf82-6ae766a478dc" providerId="AD" clId="Web-{68AAF368-26A5-EC78-5D09-D765A75E3823}" dt="2023-09-01T01:39:33.930" v="93"/>
          <ac:cxnSpMkLst>
            <pc:docMk/>
            <pc:sldMk cId="2206440721" sldId="263"/>
            <ac:cxnSpMk id="6" creationId="{C80F9D6A-C1C6-3665-CD89-8DF5586ABA33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92"/>
          <ac:cxnSpMkLst>
            <pc:docMk/>
            <pc:sldMk cId="2206440721" sldId="263"/>
            <ac:cxnSpMk id="9" creationId="{3F95D277-C0F0-866A-A307-25CB579021F7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91"/>
          <ac:cxnSpMkLst>
            <pc:docMk/>
            <pc:sldMk cId="2206440721" sldId="263"/>
            <ac:cxnSpMk id="11" creationId="{8394E4B8-4398-AA5C-1DBF-97CC8DABA499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90"/>
          <ac:cxnSpMkLst>
            <pc:docMk/>
            <pc:sldMk cId="2206440721" sldId="263"/>
            <ac:cxnSpMk id="12" creationId="{8E50EAA2-CAE0-4890-E873-B28EA8A30DFD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89"/>
          <ac:cxnSpMkLst>
            <pc:docMk/>
            <pc:sldMk cId="2206440721" sldId="263"/>
            <ac:cxnSpMk id="13" creationId="{196C00B1-F65B-CE05-896B-40B6EF8D2CE5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88"/>
          <ac:cxnSpMkLst>
            <pc:docMk/>
            <pc:sldMk cId="2206440721" sldId="263"/>
            <ac:cxnSpMk id="14" creationId="{A6D28977-B8A5-B69E-5FDC-2BD53513135E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87"/>
          <ac:cxnSpMkLst>
            <pc:docMk/>
            <pc:sldMk cId="2206440721" sldId="263"/>
            <ac:cxnSpMk id="15" creationId="{02788FF6-E7FB-B8DA-BC73-1ACE5053104F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86"/>
          <ac:cxnSpMkLst>
            <pc:docMk/>
            <pc:sldMk cId="2206440721" sldId="263"/>
            <ac:cxnSpMk id="16" creationId="{AFD78F32-B56B-EDA5-451E-0AD1D97DE3F2}"/>
          </ac:cxnSpMkLst>
        </pc:cxnChg>
        <pc:cxnChg chg="del">
          <ac:chgData name="Benn Wheeler" userId="S::benn.wheeler@endava.com::75dcc7bb-8cf8-4d16-bf82-6ae766a478dc" providerId="AD" clId="Web-{68AAF368-26A5-EC78-5D09-D765A75E3823}" dt="2023-09-01T01:39:33.930" v="85"/>
          <ac:cxnSpMkLst>
            <pc:docMk/>
            <pc:sldMk cId="2206440721" sldId="263"/>
            <ac:cxnSpMk id="18" creationId="{4BA1906D-A19F-9461-03F9-856DA63ACA09}"/>
          </ac:cxnSpMkLst>
        </pc:cxnChg>
      </pc:sldChg>
    </pc:docChg>
  </pc:docChgLst>
  <pc:docChgLst>
    <pc:chgData name="James Garner" userId="S::james.garner@endava.com::ab08df9a-0eb9-4052-a771-0ae124da23c9" providerId="AD" clId="Web-{69A63E67-7152-A7CC-027D-6441685559F7}"/>
    <pc:docChg chg="modSld">
      <pc:chgData name="James Garner" userId="S::james.garner@endava.com::ab08df9a-0eb9-4052-a771-0ae124da23c9" providerId="AD" clId="Web-{69A63E67-7152-A7CC-027D-6441685559F7}" dt="2023-08-22T00:47:13.136" v="1" actId="1076"/>
      <pc:docMkLst>
        <pc:docMk/>
      </pc:docMkLst>
      <pc:sldChg chg="modSp">
        <pc:chgData name="James Garner" userId="S::james.garner@endava.com::ab08df9a-0eb9-4052-a771-0ae124da23c9" providerId="AD" clId="Web-{69A63E67-7152-A7CC-027D-6441685559F7}" dt="2023-08-22T00:47:13.136" v="1" actId="1076"/>
        <pc:sldMkLst>
          <pc:docMk/>
          <pc:sldMk cId="0" sldId="258"/>
        </pc:sldMkLst>
        <pc:picChg chg="mod">
          <ac:chgData name="James Garner" userId="S::james.garner@endava.com::ab08df9a-0eb9-4052-a771-0ae124da23c9" providerId="AD" clId="Web-{69A63E67-7152-A7CC-027D-6441685559F7}" dt="2023-08-22T00:47:13.136" v="1" actId="1076"/>
          <ac:picMkLst>
            <pc:docMk/>
            <pc:sldMk cId="0" sldId="258"/>
            <ac:picMk id="147" creationId="{00000000-0000-0000-0000-000000000000}"/>
          </ac:picMkLst>
        </pc:picChg>
      </pc:sldChg>
    </pc:docChg>
  </pc:docChgLst>
  <pc:docChgLst>
    <pc:chgData name="Adrian Tan" userId="S::adrian.tan@endava.com::13605865-1373-4911-bcbf-77b3c9bc0d7e" providerId="AD" clId="Web-{CC20FB9A-CD6E-DCB8-17A9-984CCD8E0B06}"/>
    <pc:docChg chg="modSld">
      <pc:chgData name="Adrian Tan" userId="S::adrian.tan@endava.com::13605865-1373-4911-bcbf-77b3c9bc0d7e" providerId="AD" clId="Web-{CC20FB9A-CD6E-DCB8-17A9-984CCD8E0B06}" dt="2023-07-13T01:16:04.981" v="5" actId="20577"/>
      <pc:docMkLst>
        <pc:docMk/>
      </pc:docMkLst>
      <pc:sldChg chg="modSp">
        <pc:chgData name="Adrian Tan" userId="S::adrian.tan@endava.com::13605865-1373-4911-bcbf-77b3c9bc0d7e" providerId="AD" clId="Web-{CC20FB9A-CD6E-DCB8-17A9-984CCD8E0B06}" dt="2023-07-13T01:16:04.981" v="5" actId="20577"/>
        <pc:sldMkLst>
          <pc:docMk/>
          <pc:sldMk cId="0" sldId="259"/>
        </pc:sldMkLst>
        <pc:spChg chg="mod">
          <ac:chgData name="Adrian Tan" userId="S::adrian.tan@endava.com::13605865-1373-4911-bcbf-77b3c9bc0d7e" providerId="AD" clId="Web-{CC20FB9A-CD6E-DCB8-17A9-984CCD8E0B06}" dt="2023-07-13T01:16:04.981" v="5" actId="20577"/>
          <ac:spMkLst>
            <pc:docMk/>
            <pc:sldMk cId="0" sldId="259"/>
            <ac:spMk id="7" creationId="{F91513B5-F565-D989-02E6-1886164B6D6F}"/>
          </ac:spMkLst>
        </pc:spChg>
      </pc:sldChg>
    </pc:docChg>
  </pc:docChgLst>
  <pc:docChgLst>
    <pc:chgData name="Benn Wheeler" userId="S::benn.wheeler@endava.com::75dcc7bb-8cf8-4d16-bf82-6ae766a478dc" providerId="AD" clId="Web-{357DA056-3FFE-686D-A00B-22A5884A4BF0}"/>
    <pc:docChg chg="modSld">
      <pc:chgData name="Benn Wheeler" userId="S::benn.wheeler@endava.com::75dcc7bb-8cf8-4d16-bf82-6ae766a478dc" providerId="AD" clId="Web-{357DA056-3FFE-686D-A00B-22A5884A4BF0}" dt="2023-09-01T01:56:04.106" v="30" actId="20577"/>
      <pc:docMkLst>
        <pc:docMk/>
      </pc:docMkLst>
      <pc:sldChg chg="modSp">
        <pc:chgData name="Benn Wheeler" userId="S::benn.wheeler@endava.com::75dcc7bb-8cf8-4d16-bf82-6ae766a478dc" providerId="AD" clId="Web-{357DA056-3FFE-686D-A00B-22A5884A4BF0}" dt="2023-09-01T01:54:53.088" v="0" actId="20577"/>
        <pc:sldMkLst>
          <pc:docMk/>
          <pc:sldMk cId="0" sldId="256"/>
        </pc:sldMkLst>
        <pc:spChg chg="mod">
          <ac:chgData name="Benn Wheeler" userId="S::benn.wheeler@endava.com::75dcc7bb-8cf8-4d16-bf82-6ae766a478dc" providerId="AD" clId="Web-{357DA056-3FFE-686D-A00B-22A5884A4BF0}" dt="2023-09-01T01:54:53.088" v="0" actId="20577"/>
          <ac:spMkLst>
            <pc:docMk/>
            <pc:sldMk cId="0" sldId="256"/>
            <ac:spMk id="127" creationId="{00000000-0000-0000-0000-000000000000}"/>
          </ac:spMkLst>
        </pc:spChg>
      </pc:sldChg>
      <pc:sldChg chg="modSp">
        <pc:chgData name="Benn Wheeler" userId="S::benn.wheeler@endava.com::75dcc7bb-8cf8-4d16-bf82-6ae766a478dc" providerId="AD" clId="Web-{357DA056-3FFE-686D-A00B-22A5884A4BF0}" dt="2023-09-01T01:56:04.106" v="30" actId="20577"/>
        <pc:sldMkLst>
          <pc:docMk/>
          <pc:sldMk cId="2206440721" sldId="263"/>
        </pc:sldMkLst>
        <pc:spChg chg="mod">
          <ac:chgData name="Benn Wheeler" userId="S::benn.wheeler@endava.com::75dcc7bb-8cf8-4d16-bf82-6ae766a478dc" providerId="AD" clId="Web-{357DA056-3FFE-686D-A00B-22A5884A4BF0}" dt="2023-09-01T01:56:04.106" v="30" actId="20577"/>
          <ac:spMkLst>
            <pc:docMk/>
            <pc:sldMk cId="2206440721" sldId="263"/>
            <ac:spMk id="19" creationId="{08FAC564-9957-AFB7-AE6D-934C0BFF0B7C}"/>
          </ac:spMkLst>
        </pc:spChg>
      </pc:sldChg>
    </pc:docChg>
  </pc:docChgLst>
  <pc:docChgLst>
    <pc:chgData name="James Garner" userId="ab08df9a-0eb9-4052-a771-0ae124da23c9" providerId="ADAL" clId="{E8983DA0-537E-CD4C-97C3-34D15CB8943D}"/>
    <pc:docChg chg="modSld">
      <pc:chgData name="James Garner" userId="ab08df9a-0eb9-4052-a771-0ae124da23c9" providerId="ADAL" clId="{E8983DA0-537E-CD4C-97C3-34D15CB8943D}" dt="2023-08-25T04:04:29.376" v="0" actId="1076"/>
      <pc:docMkLst>
        <pc:docMk/>
      </pc:docMkLst>
      <pc:sldChg chg="modSp mod">
        <pc:chgData name="James Garner" userId="ab08df9a-0eb9-4052-a771-0ae124da23c9" providerId="ADAL" clId="{E8983DA0-537E-CD4C-97C3-34D15CB8943D}" dt="2023-08-25T04:04:29.376" v="0" actId="1076"/>
        <pc:sldMkLst>
          <pc:docMk/>
          <pc:sldMk cId="260640615" sldId="261"/>
        </pc:sldMkLst>
        <pc:picChg chg="mod">
          <ac:chgData name="James Garner" userId="ab08df9a-0eb9-4052-a771-0ae124da23c9" providerId="ADAL" clId="{E8983DA0-537E-CD4C-97C3-34D15CB8943D}" dt="2023-08-25T04:04:29.376" v="0" actId="1076"/>
          <ac:picMkLst>
            <pc:docMk/>
            <pc:sldMk cId="260640615" sldId="261"/>
            <ac:picMk id="2" creationId="{3F8CF28A-F172-16D4-5CD2-A9D714E83298}"/>
          </ac:picMkLst>
        </pc:picChg>
      </pc:sldChg>
    </pc:docChg>
  </pc:docChgLst>
  <pc:docChgLst>
    <pc:chgData name="Michelle Wang" userId="S::michelle.wang@endava.com::71f16213-420d-47c1-b1cf-5b7b54ad74c8" providerId="AD" clId="Web-{075CAF7F-78A8-0B18-4923-F95F6368DA6D}"/>
    <pc:docChg chg="addSld modSld">
      <pc:chgData name="Michelle Wang" userId="S::michelle.wang@endava.com::71f16213-420d-47c1-b1cf-5b7b54ad74c8" providerId="AD" clId="Web-{075CAF7F-78A8-0B18-4923-F95F6368DA6D}" dt="2023-08-22T08:01:53.566" v="22" actId="20577"/>
      <pc:docMkLst>
        <pc:docMk/>
      </pc:docMkLst>
      <pc:sldChg chg="addSp delSp modSp add replId">
        <pc:chgData name="Michelle Wang" userId="S::michelle.wang@endava.com::71f16213-420d-47c1-b1cf-5b7b54ad74c8" providerId="AD" clId="Web-{075CAF7F-78A8-0B18-4923-F95F6368DA6D}" dt="2023-08-22T08:01:53.566" v="22" actId="20577"/>
        <pc:sldMkLst>
          <pc:docMk/>
          <pc:sldMk cId="3701735595" sldId="261"/>
        </pc:sldMkLst>
        <pc:spChg chg="mod">
          <ac:chgData name="Michelle Wang" userId="S::michelle.wang@endava.com::71f16213-420d-47c1-b1cf-5b7b54ad74c8" providerId="AD" clId="Web-{075CAF7F-78A8-0B18-4923-F95F6368DA6D}" dt="2023-08-22T08:00:18.484" v="8" actId="20577"/>
          <ac:spMkLst>
            <pc:docMk/>
            <pc:sldMk cId="3701735595" sldId="261"/>
            <ac:spMk id="159" creationId="{00000000-0000-0000-0000-000000000000}"/>
          </ac:spMkLst>
        </pc:spChg>
        <pc:spChg chg="mod">
          <ac:chgData name="Michelle Wang" userId="S::michelle.wang@endava.com::71f16213-420d-47c1-b1cf-5b7b54ad74c8" providerId="AD" clId="Web-{075CAF7F-78A8-0B18-4923-F95F6368DA6D}" dt="2023-08-22T08:01:53.566" v="22" actId="20577"/>
          <ac:spMkLst>
            <pc:docMk/>
            <pc:sldMk cId="3701735595" sldId="261"/>
            <ac:spMk id="164" creationId="{00000000-0000-0000-0000-000000000000}"/>
          </ac:spMkLst>
        </pc:spChg>
        <pc:picChg chg="add del mod">
          <ac:chgData name="Michelle Wang" userId="S::michelle.wang@endava.com::71f16213-420d-47c1-b1cf-5b7b54ad74c8" providerId="AD" clId="Web-{075CAF7F-78A8-0B18-4923-F95F6368DA6D}" dt="2023-08-22T08:00:05.453" v="6"/>
          <ac:picMkLst>
            <pc:docMk/>
            <pc:sldMk cId="3701735595" sldId="261"/>
            <ac:picMk id="18" creationId="{438C38C1-EF4D-A650-8C43-3F5551BE2701}"/>
          </ac:picMkLst>
        </pc:picChg>
        <pc:picChg chg="mod">
          <ac:chgData name="Michelle Wang" userId="S::michelle.wang@endava.com::71f16213-420d-47c1-b1cf-5b7b54ad74c8" providerId="AD" clId="Web-{075CAF7F-78A8-0B18-4923-F95F6368DA6D}" dt="2023-08-22T07:59:53.718" v="5"/>
          <ac:picMkLst>
            <pc:docMk/>
            <pc:sldMk cId="3701735595" sldId="261"/>
            <ac:picMk id="162" creationId="{00000000-0000-0000-0000-000000000000}"/>
          </ac:picMkLst>
        </pc:picChg>
      </pc:sldChg>
    </pc:docChg>
  </pc:docChgLst>
  <pc:docChgLst>
    <pc:chgData name="James Garner" userId="S::james.garner@endava.com::ab08df9a-0eb9-4052-a771-0ae124da23c9" providerId="AD" clId="Web-{EA46D6DF-6BCA-93F8-6D86-6AF7DC67AED2}"/>
    <pc:docChg chg="modSld">
      <pc:chgData name="James Garner" userId="S::james.garner@endava.com::ab08df9a-0eb9-4052-a771-0ae124da23c9" providerId="AD" clId="Web-{EA46D6DF-6BCA-93F8-6D86-6AF7DC67AED2}" dt="2023-08-25T04:03:23.503" v="1" actId="1076"/>
      <pc:docMkLst>
        <pc:docMk/>
      </pc:docMkLst>
      <pc:sldChg chg="modSp">
        <pc:chgData name="James Garner" userId="S::james.garner@endava.com::ab08df9a-0eb9-4052-a771-0ae124da23c9" providerId="AD" clId="Web-{EA46D6DF-6BCA-93F8-6D86-6AF7DC67AED2}" dt="2023-08-25T04:03:23.503" v="1" actId="1076"/>
        <pc:sldMkLst>
          <pc:docMk/>
          <pc:sldMk cId="260640615" sldId="261"/>
        </pc:sldMkLst>
        <pc:picChg chg="mod">
          <ac:chgData name="James Garner" userId="S::james.garner@endava.com::ab08df9a-0eb9-4052-a771-0ae124da23c9" providerId="AD" clId="Web-{EA46D6DF-6BCA-93F8-6D86-6AF7DC67AED2}" dt="2023-08-25T04:03:23.503" v="1" actId="1076"/>
          <ac:picMkLst>
            <pc:docMk/>
            <pc:sldMk cId="260640615" sldId="261"/>
            <ac:picMk id="2" creationId="{3F8CF28A-F172-16D4-5CD2-A9D714E83298}"/>
          </ac:picMkLst>
        </pc:picChg>
      </pc:sldChg>
    </pc:docChg>
  </pc:docChgLst>
  <pc:docChgLst>
    <pc:chgData name="Jo-Ey Lee" userId="26f28fff-0bf2-4478-9bbf-f4e8d9fba644" providerId="ADAL" clId="{6F3F5F92-8A32-974E-BC0F-77FC37656C85}"/>
    <pc:docChg chg="undo redo custSel addSld delSld modSld">
      <pc:chgData name="Jo-Ey Lee" userId="26f28fff-0bf2-4478-9bbf-f4e8d9fba644" providerId="ADAL" clId="{6F3F5F92-8A32-974E-BC0F-77FC37656C85}" dt="2023-08-23T03:55:37.020" v="1394" actId="1076"/>
      <pc:docMkLst>
        <pc:docMk/>
      </pc:docMkLst>
      <pc:sldChg chg="modSp mod">
        <pc:chgData name="Jo-Ey Lee" userId="26f28fff-0bf2-4478-9bbf-f4e8d9fba644" providerId="ADAL" clId="{6F3F5F92-8A32-974E-BC0F-77FC37656C85}" dt="2023-08-23T03:32:43.685" v="224" actId="1076"/>
        <pc:sldMkLst>
          <pc:docMk/>
          <pc:sldMk cId="0" sldId="257"/>
        </pc:sldMkLst>
        <pc:picChg chg="mod">
          <ac:chgData name="Jo-Ey Lee" userId="26f28fff-0bf2-4478-9bbf-f4e8d9fba644" providerId="ADAL" clId="{6F3F5F92-8A32-974E-BC0F-77FC37656C85}" dt="2023-08-23T03:32:43.685" v="224" actId="1076"/>
          <ac:picMkLst>
            <pc:docMk/>
            <pc:sldMk cId="0" sldId="257"/>
            <ac:picMk id="140" creationId="{00000000-0000-0000-0000-000000000000}"/>
          </ac:picMkLst>
        </pc:picChg>
        <pc:picChg chg="mod">
          <ac:chgData name="Jo-Ey Lee" userId="26f28fff-0bf2-4478-9bbf-f4e8d9fba644" providerId="ADAL" clId="{6F3F5F92-8A32-974E-BC0F-77FC37656C85}" dt="2023-08-23T03:32:40.129" v="223" actId="1076"/>
          <ac:picMkLst>
            <pc:docMk/>
            <pc:sldMk cId="0" sldId="257"/>
            <ac:picMk id="141" creationId="{00000000-0000-0000-0000-000000000000}"/>
          </ac:picMkLst>
        </pc:picChg>
        <pc:picChg chg="mod">
          <ac:chgData name="Jo-Ey Lee" userId="26f28fff-0bf2-4478-9bbf-f4e8d9fba644" providerId="ADAL" clId="{6F3F5F92-8A32-974E-BC0F-77FC37656C85}" dt="2023-08-23T03:32:35.684" v="221" actId="1076"/>
          <ac:picMkLst>
            <pc:docMk/>
            <pc:sldMk cId="0" sldId="257"/>
            <ac:picMk id="142" creationId="{00000000-0000-0000-0000-000000000000}"/>
          </ac:picMkLst>
        </pc:picChg>
      </pc:sldChg>
      <pc:sldChg chg="modSp mod">
        <pc:chgData name="Jo-Ey Lee" userId="26f28fff-0bf2-4478-9bbf-f4e8d9fba644" providerId="ADAL" clId="{6F3F5F92-8A32-974E-BC0F-77FC37656C85}" dt="2023-08-23T03:32:56.848" v="225" actId="1076"/>
        <pc:sldMkLst>
          <pc:docMk/>
          <pc:sldMk cId="0" sldId="258"/>
        </pc:sldMkLst>
        <pc:picChg chg="mod">
          <ac:chgData name="Jo-Ey Lee" userId="26f28fff-0bf2-4478-9bbf-f4e8d9fba644" providerId="ADAL" clId="{6F3F5F92-8A32-974E-BC0F-77FC37656C85}" dt="2023-08-23T03:32:56.848" v="225" actId="1076"/>
          <ac:picMkLst>
            <pc:docMk/>
            <pc:sldMk cId="0" sldId="258"/>
            <ac:picMk id="155" creationId="{00000000-0000-0000-0000-000000000000}"/>
          </ac:picMkLst>
        </pc:picChg>
        <pc:picChg chg="mod">
          <ac:chgData name="Jo-Ey Lee" userId="26f28fff-0bf2-4478-9bbf-f4e8d9fba644" providerId="ADAL" clId="{6F3F5F92-8A32-974E-BC0F-77FC37656C85}" dt="2023-08-23T03:32:56.848" v="225" actId="1076"/>
          <ac:picMkLst>
            <pc:docMk/>
            <pc:sldMk cId="0" sldId="258"/>
            <ac:picMk id="156" creationId="{00000000-0000-0000-0000-000000000000}"/>
          </ac:picMkLst>
        </pc:picChg>
        <pc:picChg chg="mod">
          <ac:chgData name="Jo-Ey Lee" userId="26f28fff-0bf2-4478-9bbf-f4e8d9fba644" providerId="ADAL" clId="{6F3F5F92-8A32-974E-BC0F-77FC37656C85}" dt="2023-08-23T03:32:56.848" v="225" actId="1076"/>
          <ac:picMkLst>
            <pc:docMk/>
            <pc:sldMk cId="0" sldId="258"/>
            <ac:picMk id="157" creationId="{00000000-0000-0000-0000-000000000000}"/>
          </ac:picMkLst>
        </pc:picChg>
      </pc:sldChg>
      <pc:sldChg chg="modSp mod">
        <pc:chgData name="Jo-Ey Lee" userId="26f28fff-0bf2-4478-9bbf-f4e8d9fba644" providerId="ADAL" clId="{6F3F5F92-8A32-974E-BC0F-77FC37656C85}" dt="2023-08-23T03:33:06.577" v="229" actId="1036"/>
        <pc:sldMkLst>
          <pc:docMk/>
          <pc:sldMk cId="0" sldId="259"/>
        </pc:sldMkLst>
        <pc:picChg chg="mod">
          <ac:chgData name="Jo-Ey Lee" userId="26f28fff-0bf2-4478-9bbf-f4e8d9fba644" providerId="ADAL" clId="{6F3F5F92-8A32-974E-BC0F-77FC37656C85}" dt="2023-08-23T03:33:06.577" v="229" actId="1036"/>
          <ac:picMkLst>
            <pc:docMk/>
            <pc:sldMk cId="0" sldId="259"/>
            <ac:picMk id="169" creationId="{00000000-0000-0000-0000-000000000000}"/>
          </ac:picMkLst>
        </pc:picChg>
        <pc:picChg chg="mod">
          <ac:chgData name="Jo-Ey Lee" userId="26f28fff-0bf2-4478-9bbf-f4e8d9fba644" providerId="ADAL" clId="{6F3F5F92-8A32-974E-BC0F-77FC37656C85}" dt="2023-08-23T03:33:06.577" v="229" actId="1036"/>
          <ac:picMkLst>
            <pc:docMk/>
            <pc:sldMk cId="0" sldId="259"/>
            <ac:picMk id="170" creationId="{00000000-0000-0000-0000-000000000000}"/>
          </ac:picMkLst>
        </pc:picChg>
        <pc:picChg chg="mod">
          <ac:chgData name="Jo-Ey Lee" userId="26f28fff-0bf2-4478-9bbf-f4e8d9fba644" providerId="ADAL" clId="{6F3F5F92-8A32-974E-BC0F-77FC37656C85}" dt="2023-08-23T03:33:06.577" v="229" actId="1036"/>
          <ac:picMkLst>
            <pc:docMk/>
            <pc:sldMk cId="0" sldId="259"/>
            <ac:picMk id="171" creationId="{00000000-0000-0000-0000-000000000000}"/>
          </ac:picMkLst>
        </pc:picChg>
      </pc:sldChg>
      <pc:sldChg chg="addSp delSp modSp mod">
        <pc:chgData name="Jo-Ey Lee" userId="26f28fff-0bf2-4478-9bbf-f4e8d9fba644" providerId="ADAL" clId="{6F3F5F92-8A32-974E-BC0F-77FC37656C85}" dt="2023-08-23T03:54:19.080" v="1264" actId="1076"/>
        <pc:sldMkLst>
          <pc:docMk/>
          <pc:sldMk cId="260640615" sldId="261"/>
        </pc:sldMkLst>
        <pc:spChg chg="mod">
          <ac:chgData name="Jo-Ey Lee" userId="26f28fff-0bf2-4478-9bbf-f4e8d9fba644" providerId="ADAL" clId="{6F3F5F92-8A32-974E-BC0F-77FC37656C85}" dt="2023-08-23T03:29:57.262" v="140" actId="1076"/>
          <ac:spMkLst>
            <pc:docMk/>
            <pc:sldMk cId="260640615" sldId="261"/>
            <ac:spMk id="5" creationId="{C62807C2-0B0D-77AE-DAE7-094DD6CB8E7B}"/>
          </ac:spMkLst>
        </pc:spChg>
        <pc:spChg chg="add mod">
          <ac:chgData name="Jo-Ey Lee" userId="26f28fff-0bf2-4478-9bbf-f4e8d9fba644" providerId="ADAL" clId="{6F3F5F92-8A32-974E-BC0F-77FC37656C85}" dt="2023-08-23T03:53:43.011" v="1259" actId="1076"/>
          <ac:spMkLst>
            <pc:docMk/>
            <pc:sldMk cId="260640615" sldId="261"/>
            <ac:spMk id="19" creationId="{08FAC564-9957-AFB7-AE6D-934C0BFF0B7C}"/>
          </ac:spMkLst>
        </pc:spChg>
        <pc:picChg chg="add mod">
          <ac:chgData name="Jo-Ey Lee" userId="26f28fff-0bf2-4478-9bbf-f4e8d9fba644" providerId="ADAL" clId="{6F3F5F92-8A32-974E-BC0F-77FC37656C85}" dt="2023-08-23T03:54:19.080" v="1264" actId="1076"/>
          <ac:picMkLst>
            <pc:docMk/>
            <pc:sldMk cId="260640615" sldId="261"/>
            <ac:picMk id="2" creationId="{3F8CF28A-F172-16D4-5CD2-A9D714E83298}"/>
          </ac:picMkLst>
        </pc:picChg>
        <pc:picChg chg="del">
          <ac:chgData name="Jo-Ey Lee" userId="26f28fff-0bf2-4478-9bbf-f4e8d9fba644" providerId="ADAL" clId="{6F3F5F92-8A32-974E-BC0F-77FC37656C85}" dt="2023-08-23T03:34:25.996" v="242" actId="478"/>
          <ac:picMkLst>
            <pc:docMk/>
            <pc:sldMk cId="260640615" sldId="261"/>
            <ac:picMk id="3" creationId="{0768DBC8-906E-F48D-51BD-CAA4A6E81EAA}"/>
          </ac:picMkLst>
        </pc:pic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6" creationId="{C80F9D6A-C1C6-3665-CD89-8DF5586ABA33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9" creationId="{3F95D277-C0F0-866A-A307-25CB579021F7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1" creationId="{8394E4B8-4398-AA5C-1DBF-97CC8DABA499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2" creationId="{8E50EAA2-CAE0-4890-E873-B28EA8A30DFD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3" creationId="{196C00B1-F65B-CE05-896B-40B6EF8D2CE5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4" creationId="{A6D28977-B8A5-B69E-5FDC-2BD53513135E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5" creationId="{02788FF6-E7FB-B8DA-BC73-1ACE5053104F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6" creationId="{AFD78F32-B56B-EDA5-451E-0AD1D97DE3F2}"/>
          </ac:cxnSpMkLst>
        </pc:cxnChg>
        <pc:cxnChg chg="add mod">
          <ac:chgData name="Jo-Ey Lee" userId="26f28fff-0bf2-4478-9bbf-f4e8d9fba644" providerId="ADAL" clId="{6F3F5F92-8A32-974E-BC0F-77FC37656C85}" dt="2023-08-23T03:54:19.080" v="1264" actId="1076"/>
          <ac:cxnSpMkLst>
            <pc:docMk/>
            <pc:sldMk cId="260640615" sldId="261"/>
            <ac:cxnSpMk id="18" creationId="{4BA1906D-A19F-9461-03F9-856DA63ACA09}"/>
          </ac:cxnSpMkLst>
        </pc:cxnChg>
      </pc:sldChg>
      <pc:sldChg chg="addSp delSp modSp add mod">
        <pc:chgData name="Jo-Ey Lee" userId="26f28fff-0bf2-4478-9bbf-f4e8d9fba644" providerId="ADAL" clId="{6F3F5F92-8A32-974E-BC0F-77FC37656C85}" dt="2023-08-23T03:55:37.020" v="1394" actId="1076"/>
        <pc:sldMkLst>
          <pc:docMk/>
          <pc:sldMk cId="2346374362" sldId="262"/>
        </pc:sldMkLst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2" creationId="{36CBD4F1-9E38-5B4A-F6D0-3641CCDD7F77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4" creationId="{A767FBDD-1B92-0F0E-8A3B-3B101577610A}"/>
          </ac:spMkLst>
        </pc:spChg>
        <pc:spChg chg="del mod">
          <ac:chgData name="Jo-Ey Lee" userId="26f28fff-0bf2-4478-9bbf-f4e8d9fba644" providerId="ADAL" clId="{6F3F5F92-8A32-974E-BC0F-77FC37656C85}" dt="2023-08-23T03:30:01.943" v="141" actId="478"/>
          <ac:spMkLst>
            <pc:docMk/>
            <pc:sldMk cId="2346374362" sldId="262"/>
            <ac:spMk id="5" creationId="{C62807C2-0B0D-77AE-DAE7-094DD6CB8E7B}"/>
          </ac:spMkLst>
        </pc:spChg>
        <pc:spChg chg="add mod">
          <ac:chgData name="Jo-Ey Lee" userId="26f28fff-0bf2-4478-9bbf-f4e8d9fba644" providerId="ADAL" clId="{6F3F5F92-8A32-974E-BC0F-77FC37656C85}" dt="2023-08-23T03:30:07.383" v="149" actId="20577"/>
          <ac:spMkLst>
            <pc:docMk/>
            <pc:sldMk cId="2346374362" sldId="262"/>
            <ac:spMk id="6" creationId="{F973DF97-FA3C-E22E-F22A-290332B3E70F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8" creationId="{68B7ABBD-757D-B2F8-13F7-8F81B33A55ED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9" creationId="{E6D07BD2-E319-5505-5D69-2C1A32A84AB9}"/>
          </ac:spMkLst>
        </pc:spChg>
        <pc:spChg chg="add del mod">
          <ac:chgData name="Jo-Ey Lee" userId="26f28fff-0bf2-4478-9bbf-f4e8d9fba644" providerId="ADAL" clId="{6F3F5F92-8A32-974E-BC0F-77FC37656C85}" dt="2023-08-23T03:39:42.728" v="541" actId="478"/>
          <ac:spMkLst>
            <pc:docMk/>
            <pc:sldMk cId="2346374362" sldId="262"/>
            <ac:spMk id="17" creationId="{C64ADAA4-3796-709A-23CD-ECBF71DD6D2C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18" creationId="{BF55495C-7441-854A-4863-10E8E4E972D1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19" creationId="{436CA4DA-9268-BC7A-C335-46669DB4F5CC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24" creationId="{9E548F75-CE34-5413-FEEB-F105C8B1EBC7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25" creationId="{B884591C-2788-A211-AF26-B62DB3FD85AD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34" creationId="{48A2F149-3CE1-019B-D22C-F3D77EF8BBA2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35" creationId="{2C815C27-D172-06A6-F87A-87DA42699F6A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36" creationId="{C95AB804-CF03-3E8D-AA19-68859B3AB175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40" creationId="{53D4F7F9-F58A-7337-68D8-A4F98846737B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41" creationId="{2F20D1F0-1272-80BD-85CE-6BAD06B441DC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45" creationId="{1EE4A12B-86E6-219E-391E-4EFFB76B7AA7}"/>
          </ac:spMkLst>
        </pc:spChg>
        <pc:spChg chg="add del mod">
          <ac:chgData name="Jo-Ey Lee" userId="26f28fff-0bf2-4478-9bbf-f4e8d9fba644" providerId="ADAL" clId="{6F3F5F92-8A32-974E-BC0F-77FC37656C85}" dt="2023-08-23T03:50:10.219" v="1074" actId="478"/>
          <ac:spMkLst>
            <pc:docMk/>
            <pc:sldMk cId="2346374362" sldId="262"/>
            <ac:spMk id="46" creationId="{E97ED632-634B-A02A-2EE2-DF431070D1FD}"/>
          </ac:spMkLst>
        </pc:spChg>
        <pc:spChg chg="add mod">
          <ac:chgData name="Jo-Ey Lee" userId="26f28fff-0bf2-4478-9bbf-f4e8d9fba644" providerId="ADAL" clId="{6F3F5F92-8A32-974E-BC0F-77FC37656C85}" dt="2023-08-23T03:54:10.679" v="1263" actId="1076"/>
          <ac:spMkLst>
            <pc:docMk/>
            <pc:sldMk cId="2346374362" sldId="262"/>
            <ac:spMk id="47" creationId="{9516266B-DE1B-FB6C-8EDA-30B13B0115FB}"/>
          </ac:spMkLst>
        </pc:spChg>
        <pc:spChg chg="add mod">
          <ac:chgData name="Jo-Ey Lee" userId="26f28fff-0bf2-4478-9bbf-f4e8d9fba644" providerId="ADAL" clId="{6F3F5F92-8A32-974E-BC0F-77FC37656C85}" dt="2023-08-23T03:55:08.621" v="1372" actId="20577"/>
          <ac:spMkLst>
            <pc:docMk/>
            <pc:sldMk cId="2346374362" sldId="262"/>
            <ac:spMk id="49" creationId="{8DE7A5D2-3705-3C65-8E03-C6436DFFEEC9}"/>
          </ac:spMkLst>
        </pc:spChg>
        <pc:spChg chg="add mod">
          <ac:chgData name="Jo-Ey Lee" userId="26f28fff-0bf2-4478-9bbf-f4e8d9fba644" providerId="ADAL" clId="{6F3F5F92-8A32-974E-BC0F-77FC37656C85}" dt="2023-08-23T03:55:14.207" v="1373" actId="571"/>
          <ac:spMkLst>
            <pc:docMk/>
            <pc:sldMk cId="2346374362" sldId="262"/>
            <ac:spMk id="50" creationId="{85BB20BF-AE5E-CB9A-E632-08DC940FE710}"/>
          </ac:spMkLst>
        </pc:spChg>
        <pc:spChg chg="add mod">
          <ac:chgData name="Jo-Ey Lee" userId="26f28fff-0bf2-4478-9bbf-f4e8d9fba644" providerId="ADAL" clId="{6F3F5F92-8A32-974E-BC0F-77FC37656C85}" dt="2023-08-23T03:55:37.020" v="1394" actId="1076"/>
          <ac:spMkLst>
            <pc:docMk/>
            <pc:sldMk cId="2346374362" sldId="262"/>
            <ac:spMk id="51" creationId="{BDFF60A7-A197-D0C7-FC3E-6674EE68B86F}"/>
          </ac:spMkLst>
        </pc:spChg>
        <pc:picChg chg="del mod">
          <ac:chgData name="Jo-Ey Lee" userId="26f28fff-0bf2-4478-9bbf-f4e8d9fba644" providerId="ADAL" clId="{6F3F5F92-8A32-974E-BC0F-77FC37656C85}" dt="2023-08-23T03:34:14.230" v="239" actId="478"/>
          <ac:picMkLst>
            <pc:docMk/>
            <pc:sldMk cId="2346374362" sldId="262"/>
            <ac:picMk id="3" creationId="{0768DBC8-906E-F48D-51BD-CAA4A6E81EAA}"/>
          </ac:picMkLst>
        </pc:picChg>
        <pc:picChg chg="add mod">
          <ac:chgData name="Jo-Ey Lee" userId="26f28fff-0bf2-4478-9bbf-f4e8d9fba644" providerId="ADAL" clId="{6F3F5F92-8A32-974E-BC0F-77FC37656C85}" dt="2023-08-23T03:30:24.679" v="152" actId="571"/>
          <ac:picMkLst>
            <pc:docMk/>
            <pc:sldMk cId="2346374362" sldId="262"/>
            <ac:picMk id="7" creationId="{2A448D6C-95C0-B74D-446F-DC219DA45C7A}"/>
          </ac:picMkLst>
        </pc:picChg>
        <pc:picChg chg="add mod">
          <ac:chgData name="Jo-Ey Lee" userId="26f28fff-0bf2-4478-9bbf-f4e8d9fba644" providerId="ADAL" clId="{6F3F5F92-8A32-974E-BC0F-77FC37656C85}" dt="2023-08-23T03:54:10.679" v="1263" actId="1076"/>
          <ac:picMkLst>
            <pc:docMk/>
            <pc:sldMk cId="2346374362" sldId="262"/>
            <ac:picMk id="14" creationId="{569E91D9-695B-C783-D853-C80A5690C849}"/>
          </ac:picMkLst>
        </pc:picChg>
        <pc:picChg chg="add mod">
          <ac:chgData name="Jo-Ey Lee" userId="26f28fff-0bf2-4478-9bbf-f4e8d9fba644" providerId="ADAL" clId="{6F3F5F92-8A32-974E-BC0F-77FC37656C85}" dt="2023-08-23T03:54:10.679" v="1263" actId="1076"/>
          <ac:picMkLst>
            <pc:docMk/>
            <pc:sldMk cId="2346374362" sldId="262"/>
            <ac:picMk id="16" creationId="{89B6C484-E624-FD46-E09C-59FAB29F4058}"/>
          </ac:picMkLst>
        </pc:picChg>
        <pc:cxnChg chg="add mod">
          <ac:chgData name="Jo-Ey Lee" userId="26f28fff-0bf2-4478-9bbf-f4e8d9fba644" providerId="ADAL" clId="{6F3F5F92-8A32-974E-BC0F-77FC37656C85}" dt="2023-08-23T03:54:10.679" v="1263" actId="1076"/>
          <ac:cxnSpMkLst>
            <pc:docMk/>
            <pc:sldMk cId="2346374362" sldId="262"/>
            <ac:cxnSpMk id="11" creationId="{FB9069E8-6FC9-E9E3-A793-317A65CF7D24}"/>
          </ac:cxnSpMkLst>
        </pc:cxnChg>
        <pc:cxnChg chg="add mod">
          <ac:chgData name="Jo-Ey Lee" userId="26f28fff-0bf2-4478-9bbf-f4e8d9fba644" providerId="ADAL" clId="{6F3F5F92-8A32-974E-BC0F-77FC37656C85}" dt="2023-08-23T03:54:10.679" v="1263" actId="1076"/>
          <ac:cxnSpMkLst>
            <pc:docMk/>
            <pc:sldMk cId="2346374362" sldId="262"/>
            <ac:cxnSpMk id="22" creationId="{F8A00F24-DA68-21B3-8020-B2B97971A299}"/>
          </ac:cxnSpMkLst>
        </pc:cxnChg>
        <pc:cxnChg chg="add mod">
          <ac:chgData name="Jo-Ey Lee" userId="26f28fff-0bf2-4478-9bbf-f4e8d9fba644" providerId="ADAL" clId="{6F3F5F92-8A32-974E-BC0F-77FC37656C85}" dt="2023-08-23T03:54:10.679" v="1263" actId="1076"/>
          <ac:cxnSpMkLst>
            <pc:docMk/>
            <pc:sldMk cId="2346374362" sldId="262"/>
            <ac:cxnSpMk id="27" creationId="{4499969B-B4F0-EE89-0F36-F8C3ADD9E671}"/>
          </ac:cxnSpMkLst>
        </pc:cxnChg>
        <pc:cxnChg chg="add mod">
          <ac:chgData name="Jo-Ey Lee" userId="26f28fff-0bf2-4478-9bbf-f4e8d9fba644" providerId="ADAL" clId="{6F3F5F92-8A32-974E-BC0F-77FC37656C85}" dt="2023-08-23T03:54:10.679" v="1263" actId="1076"/>
          <ac:cxnSpMkLst>
            <pc:docMk/>
            <pc:sldMk cId="2346374362" sldId="262"/>
            <ac:cxnSpMk id="37" creationId="{B0A633DC-7180-1E66-0EBE-7D22DAB9F9DA}"/>
          </ac:cxnSpMkLst>
        </pc:cxnChg>
        <pc:cxnChg chg="add mod">
          <ac:chgData name="Jo-Ey Lee" userId="26f28fff-0bf2-4478-9bbf-f4e8d9fba644" providerId="ADAL" clId="{6F3F5F92-8A32-974E-BC0F-77FC37656C85}" dt="2023-08-23T03:54:10.679" v="1263" actId="1076"/>
          <ac:cxnSpMkLst>
            <pc:docMk/>
            <pc:sldMk cId="2346374362" sldId="262"/>
            <ac:cxnSpMk id="42" creationId="{C3978147-B397-0874-5957-C7138B68B10D}"/>
          </ac:cxnSpMkLst>
        </pc:cxnChg>
      </pc:sldChg>
      <pc:sldChg chg="new del">
        <pc:chgData name="Jo-Ey Lee" userId="26f28fff-0bf2-4478-9bbf-f4e8d9fba644" providerId="ADAL" clId="{6F3F5F92-8A32-974E-BC0F-77FC37656C85}" dt="2023-08-23T03:25:55.285" v="1" actId="680"/>
        <pc:sldMkLst>
          <pc:docMk/>
          <pc:sldMk cId="3041015433" sldId="262"/>
        </pc:sldMkLst>
      </pc:sldChg>
    </pc:docChg>
  </pc:docChgLst>
  <pc:docChgLst>
    <pc:chgData name="Theresa Lee" userId="26f28fff-0bf2-4478-9bbf-f4e8d9fba644" providerId="ADAL" clId="{6F3F5F92-8A32-974E-BC0F-77FC37656C85}"/>
    <pc:docChg chg="undo custSel modSld">
      <pc:chgData name="Theresa Lee" userId="26f28fff-0bf2-4478-9bbf-f4e8d9fba644" providerId="ADAL" clId="{6F3F5F92-8A32-974E-BC0F-77FC37656C85}" dt="2023-08-23T06:15:16.606" v="512" actId="207"/>
      <pc:docMkLst>
        <pc:docMk/>
      </pc:docMkLst>
      <pc:sldChg chg="modSp mod">
        <pc:chgData name="Theresa Lee" userId="26f28fff-0bf2-4478-9bbf-f4e8d9fba644" providerId="ADAL" clId="{6F3F5F92-8A32-974E-BC0F-77FC37656C85}" dt="2023-08-23T06:02:07.041" v="1" actId="207"/>
        <pc:sldMkLst>
          <pc:docMk/>
          <pc:sldMk cId="0" sldId="257"/>
        </pc:sldMkLst>
        <pc:spChg chg="mod">
          <ac:chgData name="Theresa Lee" userId="26f28fff-0bf2-4478-9bbf-f4e8d9fba644" providerId="ADAL" clId="{6F3F5F92-8A32-974E-BC0F-77FC37656C85}" dt="2023-08-23T06:02:07.041" v="1" actId="207"/>
          <ac:spMkLst>
            <pc:docMk/>
            <pc:sldMk cId="0" sldId="257"/>
            <ac:spMk id="134" creationId="{00000000-0000-0000-0000-000000000000}"/>
          </ac:spMkLst>
        </pc:spChg>
      </pc:sldChg>
      <pc:sldChg chg="modSp mod">
        <pc:chgData name="Theresa Lee" userId="26f28fff-0bf2-4478-9bbf-f4e8d9fba644" providerId="ADAL" clId="{6F3F5F92-8A32-974E-BC0F-77FC37656C85}" dt="2023-08-23T06:10:12.608" v="245" actId="1076"/>
        <pc:sldMkLst>
          <pc:docMk/>
          <pc:sldMk cId="557622337" sldId="260"/>
        </pc:sldMkLst>
        <pc:spChg chg="mod">
          <ac:chgData name="Theresa Lee" userId="26f28fff-0bf2-4478-9bbf-f4e8d9fba644" providerId="ADAL" clId="{6F3F5F92-8A32-974E-BC0F-77FC37656C85}" dt="2023-08-23T06:10:06.610" v="244" actId="404"/>
          <ac:spMkLst>
            <pc:docMk/>
            <pc:sldMk cId="557622337" sldId="260"/>
            <ac:spMk id="2" creationId="{BE634F80-FAE0-A1D4-8BA3-BD4C4B546B65}"/>
          </ac:spMkLst>
        </pc:spChg>
        <pc:spChg chg="mod">
          <ac:chgData name="Theresa Lee" userId="26f28fff-0bf2-4478-9bbf-f4e8d9fba644" providerId="ADAL" clId="{6F3F5F92-8A32-974E-BC0F-77FC37656C85}" dt="2023-08-23T06:10:06.610" v="244" actId="404"/>
          <ac:spMkLst>
            <pc:docMk/>
            <pc:sldMk cId="557622337" sldId="260"/>
            <ac:spMk id="5" creationId="{9EDAC058-C605-9C21-81B1-1A18C42B99A0}"/>
          </ac:spMkLst>
        </pc:spChg>
        <pc:spChg chg="mod">
          <ac:chgData name="Theresa Lee" userId="26f28fff-0bf2-4478-9bbf-f4e8d9fba644" providerId="ADAL" clId="{6F3F5F92-8A32-974E-BC0F-77FC37656C85}" dt="2023-08-23T06:10:06.610" v="244" actId="404"/>
          <ac:spMkLst>
            <pc:docMk/>
            <pc:sldMk cId="557622337" sldId="260"/>
            <ac:spMk id="6" creationId="{25CC9FFF-B9D7-1C68-D600-12E0D9137ABE}"/>
          </ac:spMkLst>
        </pc:spChg>
        <pc:spChg chg="mod">
          <ac:chgData name="Theresa Lee" userId="26f28fff-0bf2-4478-9bbf-f4e8d9fba644" providerId="ADAL" clId="{6F3F5F92-8A32-974E-BC0F-77FC37656C85}" dt="2023-08-23T06:10:12.608" v="245" actId="1076"/>
          <ac:spMkLst>
            <pc:docMk/>
            <pc:sldMk cId="557622337" sldId="260"/>
            <ac:spMk id="127" creationId="{00000000-0000-0000-0000-000000000000}"/>
          </ac:spMkLst>
        </pc:spChg>
      </pc:sldChg>
      <pc:sldChg chg="addSp modSp mod">
        <pc:chgData name="Theresa Lee" userId="26f28fff-0bf2-4478-9bbf-f4e8d9fba644" providerId="ADAL" clId="{6F3F5F92-8A32-974E-BC0F-77FC37656C85}" dt="2023-08-23T06:15:16.606" v="512" actId="207"/>
        <pc:sldMkLst>
          <pc:docMk/>
          <pc:sldMk cId="260640615" sldId="261"/>
        </pc:sldMkLst>
        <pc:spChg chg="add mod">
          <ac:chgData name="Theresa Lee" userId="26f28fff-0bf2-4478-9bbf-f4e8d9fba644" providerId="ADAL" clId="{6F3F5F92-8A32-974E-BC0F-77FC37656C85}" dt="2023-08-23T06:15:04.980" v="455" actId="207"/>
          <ac:spMkLst>
            <pc:docMk/>
            <pc:sldMk cId="260640615" sldId="261"/>
            <ac:spMk id="3" creationId="{D80094CB-3915-CE59-D330-F77CD32B3519}"/>
          </ac:spMkLst>
        </pc:spChg>
        <pc:spChg chg="add mod">
          <ac:chgData name="Theresa Lee" userId="26f28fff-0bf2-4478-9bbf-f4e8d9fba644" providerId="ADAL" clId="{6F3F5F92-8A32-974E-BC0F-77FC37656C85}" dt="2023-08-23T06:15:04.980" v="455" actId="207"/>
          <ac:spMkLst>
            <pc:docMk/>
            <pc:sldMk cId="260640615" sldId="261"/>
            <ac:spMk id="4" creationId="{6B074BF0-D6CB-B076-11F9-25775E4DF5C4}"/>
          </ac:spMkLst>
        </pc:spChg>
        <pc:spChg chg="add mod">
          <ac:chgData name="Theresa Lee" userId="26f28fff-0bf2-4478-9bbf-f4e8d9fba644" providerId="ADAL" clId="{6F3F5F92-8A32-974E-BC0F-77FC37656C85}" dt="2023-08-23T06:15:16.606" v="512" actId="207"/>
          <ac:spMkLst>
            <pc:docMk/>
            <pc:sldMk cId="260640615" sldId="261"/>
            <ac:spMk id="7" creationId="{34DE4CF6-9E17-EC2A-3337-39F1BD88B499}"/>
          </ac:spMkLst>
        </pc:spChg>
        <pc:spChg chg="add mod">
          <ac:chgData name="Theresa Lee" userId="26f28fff-0bf2-4478-9bbf-f4e8d9fba644" providerId="ADAL" clId="{6F3F5F92-8A32-974E-BC0F-77FC37656C85}" dt="2023-08-23T06:14:17.809" v="415" actId="571"/>
          <ac:spMkLst>
            <pc:docMk/>
            <pc:sldMk cId="260640615" sldId="261"/>
            <ac:spMk id="8" creationId="{0A6E73E1-3E89-1036-704F-71297AA04B51}"/>
          </ac:spMkLst>
        </pc:spChg>
        <pc:spChg chg="add mod">
          <ac:chgData name="Theresa Lee" userId="26f28fff-0bf2-4478-9bbf-f4e8d9fba644" providerId="ADAL" clId="{6F3F5F92-8A32-974E-BC0F-77FC37656C85}" dt="2023-08-23T06:15:16.606" v="512" actId="207"/>
          <ac:spMkLst>
            <pc:docMk/>
            <pc:sldMk cId="260640615" sldId="261"/>
            <ac:spMk id="10" creationId="{A8C6FFD8-2F00-CC94-994B-D759CA088956}"/>
          </ac:spMkLst>
        </pc:spChg>
        <pc:spChg chg="mod">
          <ac:chgData name="Theresa Lee" userId="26f28fff-0bf2-4478-9bbf-f4e8d9fba644" providerId="ADAL" clId="{6F3F5F92-8A32-974E-BC0F-77FC37656C85}" dt="2023-08-23T06:10:26.564" v="247" actId="20577"/>
          <ac:spMkLst>
            <pc:docMk/>
            <pc:sldMk cId="260640615" sldId="261"/>
            <ac:spMk id="19" creationId="{08FAC564-9957-AFB7-AE6D-934C0BFF0B7C}"/>
          </ac:spMkLst>
        </pc:spChg>
      </pc:sldChg>
      <pc:sldChg chg="addSp modSp mod">
        <pc:chgData name="Theresa Lee" userId="26f28fff-0bf2-4478-9bbf-f4e8d9fba644" providerId="ADAL" clId="{6F3F5F92-8A32-974E-BC0F-77FC37656C85}" dt="2023-08-23T06:11:00.133" v="255" actId="14100"/>
        <pc:sldMkLst>
          <pc:docMk/>
          <pc:sldMk cId="2346374362" sldId="262"/>
        </pc:sldMkLst>
        <pc:spChg chg="mod">
          <ac:chgData name="Theresa Lee" userId="26f28fff-0bf2-4478-9bbf-f4e8d9fba644" providerId="ADAL" clId="{6F3F5F92-8A32-974E-BC0F-77FC37656C85}" dt="2023-08-23T06:10:55.687" v="254" actId="14100"/>
          <ac:spMkLst>
            <pc:docMk/>
            <pc:sldMk cId="2346374362" sldId="262"/>
            <ac:spMk id="2" creationId="{36CBD4F1-9E38-5B4A-F6D0-3641CCDD7F77}"/>
          </ac:spMkLst>
        </pc:spChg>
        <pc:spChg chg="add mod">
          <ac:chgData name="Theresa Lee" userId="26f28fff-0bf2-4478-9bbf-f4e8d9fba644" providerId="ADAL" clId="{6F3F5F92-8A32-974E-BC0F-77FC37656C85}" dt="2023-08-23T06:03:26.924" v="63" actId="571"/>
          <ac:spMkLst>
            <pc:docMk/>
            <pc:sldMk cId="2346374362" sldId="262"/>
            <ac:spMk id="3" creationId="{441F6652-192A-4516-2369-3DD07ADF4DA6}"/>
          </ac:spMkLst>
        </pc:spChg>
        <pc:spChg chg="mod">
          <ac:chgData name="Theresa Lee" userId="26f28fff-0bf2-4478-9bbf-f4e8d9fba644" providerId="ADAL" clId="{6F3F5F92-8A32-974E-BC0F-77FC37656C85}" dt="2023-08-23T06:10:45.281" v="251" actId="1076"/>
          <ac:spMkLst>
            <pc:docMk/>
            <pc:sldMk cId="2346374362" sldId="262"/>
            <ac:spMk id="4" creationId="{A767FBDD-1B92-0F0E-8A3B-3B101577610A}"/>
          </ac:spMkLst>
        </pc:spChg>
        <pc:spChg chg="add mod">
          <ac:chgData name="Theresa Lee" userId="26f28fff-0bf2-4478-9bbf-f4e8d9fba644" providerId="ADAL" clId="{6F3F5F92-8A32-974E-BC0F-77FC37656C85}" dt="2023-08-23T06:08:52.712" v="212" actId="14100"/>
          <ac:spMkLst>
            <pc:docMk/>
            <pc:sldMk cId="2346374362" sldId="262"/>
            <ac:spMk id="5" creationId="{E707A541-52B5-EEA7-E415-B3848801BD9C}"/>
          </ac:spMkLst>
        </pc:spChg>
        <pc:spChg chg="add mod">
          <ac:chgData name="Theresa Lee" userId="26f28fff-0bf2-4478-9bbf-f4e8d9fba644" providerId="ADAL" clId="{6F3F5F92-8A32-974E-BC0F-77FC37656C85}" dt="2023-08-23T06:09:13.041" v="241" actId="20577"/>
          <ac:spMkLst>
            <pc:docMk/>
            <pc:sldMk cId="2346374362" sldId="262"/>
            <ac:spMk id="7" creationId="{2E3F39FB-DF7D-0B58-857E-988B9A657730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8" creationId="{68B7ABBD-757D-B2F8-13F7-8F81B33A55ED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9" creationId="{E6D07BD2-E319-5505-5D69-2C1A32A84AB9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18" creationId="{BF55495C-7441-854A-4863-10E8E4E972D1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19" creationId="{436CA4DA-9268-BC7A-C335-46669DB4F5CC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24" creationId="{9E548F75-CE34-5413-FEEB-F105C8B1EBC7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25" creationId="{B884591C-2788-A211-AF26-B62DB3FD85AD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34" creationId="{48A2F149-3CE1-019B-D22C-F3D77EF8BBA2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35" creationId="{2C815C27-D172-06A6-F87A-87DA42699F6A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36" creationId="{C95AB804-CF03-3E8D-AA19-68859B3AB175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40" creationId="{53D4F7F9-F58A-7337-68D8-A4F98846737B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41" creationId="{2F20D1F0-1272-80BD-85CE-6BAD06B441DC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45" creationId="{1EE4A12B-86E6-219E-391E-4EFFB76B7AA7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47" creationId="{9516266B-DE1B-FB6C-8EDA-30B13B0115FB}"/>
          </ac:spMkLst>
        </pc:spChg>
        <pc:spChg chg="mod">
          <ac:chgData name="Theresa Lee" userId="26f28fff-0bf2-4478-9bbf-f4e8d9fba644" providerId="ADAL" clId="{6F3F5F92-8A32-974E-BC0F-77FC37656C85}" dt="2023-08-23T06:05:21.964" v="210" actId="313"/>
          <ac:spMkLst>
            <pc:docMk/>
            <pc:sldMk cId="2346374362" sldId="262"/>
            <ac:spMk id="49" creationId="{8DE7A5D2-3705-3C65-8E03-C6436DFFEEC9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50" creationId="{85BB20BF-AE5E-CB9A-E632-08DC940FE710}"/>
          </ac:spMkLst>
        </pc:spChg>
        <pc:spChg chg="mod">
          <ac:chgData name="Theresa Lee" userId="26f28fff-0bf2-4478-9bbf-f4e8d9fba644" providerId="ADAL" clId="{6F3F5F92-8A32-974E-BC0F-77FC37656C85}" dt="2023-08-23T06:03:40.040" v="69" actId="1076"/>
          <ac:spMkLst>
            <pc:docMk/>
            <pc:sldMk cId="2346374362" sldId="262"/>
            <ac:spMk id="51" creationId="{BDFF60A7-A197-D0C7-FC3E-6674EE68B86F}"/>
          </ac:spMkLst>
        </pc:spChg>
        <pc:picChg chg="mod">
          <ac:chgData name="Theresa Lee" userId="26f28fff-0bf2-4478-9bbf-f4e8d9fba644" providerId="ADAL" clId="{6F3F5F92-8A32-974E-BC0F-77FC37656C85}" dt="2023-08-23T06:03:40.040" v="69" actId="1076"/>
          <ac:picMkLst>
            <pc:docMk/>
            <pc:sldMk cId="2346374362" sldId="262"/>
            <ac:picMk id="14" creationId="{569E91D9-695B-C783-D853-C80A5690C849}"/>
          </ac:picMkLst>
        </pc:picChg>
        <pc:picChg chg="mod">
          <ac:chgData name="Theresa Lee" userId="26f28fff-0bf2-4478-9bbf-f4e8d9fba644" providerId="ADAL" clId="{6F3F5F92-8A32-974E-BC0F-77FC37656C85}" dt="2023-08-23T06:03:40.040" v="69" actId="1076"/>
          <ac:picMkLst>
            <pc:docMk/>
            <pc:sldMk cId="2346374362" sldId="262"/>
            <ac:picMk id="16" creationId="{89B6C484-E624-FD46-E09C-59FAB29F4058}"/>
          </ac:picMkLst>
        </pc:picChg>
        <pc:cxnChg chg="add mod">
          <ac:chgData name="Theresa Lee" userId="26f28fff-0bf2-4478-9bbf-f4e8d9fba644" providerId="ADAL" clId="{6F3F5F92-8A32-974E-BC0F-77FC37656C85}" dt="2023-08-23T06:11:00.133" v="255" actId="14100"/>
          <ac:cxnSpMkLst>
            <pc:docMk/>
            <pc:sldMk cId="2346374362" sldId="262"/>
            <ac:cxnSpMk id="10" creationId="{287670D9-94FE-3801-009F-147589119913}"/>
          </ac:cxnSpMkLst>
        </pc:cxnChg>
        <pc:cxnChg chg="mod">
          <ac:chgData name="Theresa Lee" userId="26f28fff-0bf2-4478-9bbf-f4e8d9fba644" providerId="ADAL" clId="{6F3F5F92-8A32-974E-BC0F-77FC37656C85}" dt="2023-08-23T06:03:40.040" v="69" actId="1076"/>
          <ac:cxnSpMkLst>
            <pc:docMk/>
            <pc:sldMk cId="2346374362" sldId="262"/>
            <ac:cxnSpMk id="11" creationId="{FB9069E8-6FC9-E9E3-A793-317A65CF7D24}"/>
          </ac:cxnSpMkLst>
        </pc:cxnChg>
        <pc:cxnChg chg="mod">
          <ac:chgData name="Theresa Lee" userId="26f28fff-0bf2-4478-9bbf-f4e8d9fba644" providerId="ADAL" clId="{6F3F5F92-8A32-974E-BC0F-77FC37656C85}" dt="2023-08-23T06:03:40.040" v="69" actId="1076"/>
          <ac:cxnSpMkLst>
            <pc:docMk/>
            <pc:sldMk cId="2346374362" sldId="262"/>
            <ac:cxnSpMk id="22" creationId="{F8A00F24-DA68-21B3-8020-B2B97971A299}"/>
          </ac:cxnSpMkLst>
        </pc:cxnChg>
        <pc:cxnChg chg="mod">
          <ac:chgData name="Theresa Lee" userId="26f28fff-0bf2-4478-9bbf-f4e8d9fba644" providerId="ADAL" clId="{6F3F5F92-8A32-974E-BC0F-77FC37656C85}" dt="2023-08-23T06:03:40.040" v="69" actId="1076"/>
          <ac:cxnSpMkLst>
            <pc:docMk/>
            <pc:sldMk cId="2346374362" sldId="262"/>
            <ac:cxnSpMk id="27" creationId="{4499969B-B4F0-EE89-0F36-F8C3ADD9E671}"/>
          </ac:cxnSpMkLst>
        </pc:cxnChg>
        <pc:cxnChg chg="mod">
          <ac:chgData name="Theresa Lee" userId="26f28fff-0bf2-4478-9bbf-f4e8d9fba644" providerId="ADAL" clId="{6F3F5F92-8A32-974E-BC0F-77FC37656C85}" dt="2023-08-23T06:03:40.040" v="69" actId="1076"/>
          <ac:cxnSpMkLst>
            <pc:docMk/>
            <pc:sldMk cId="2346374362" sldId="262"/>
            <ac:cxnSpMk id="37" creationId="{B0A633DC-7180-1E66-0EBE-7D22DAB9F9DA}"/>
          </ac:cxnSpMkLst>
        </pc:cxnChg>
        <pc:cxnChg chg="mod">
          <ac:chgData name="Theresa Lee" userId="26f28fff-0bf2-4478-9bbf-f4e8d9fba644" providerId="ADAL" clId="{6F3F5F92-8A32-974E-BC0F-77FC37656C85}" dt="2023-08-23T06:03:40.040" v="69" actId="1076"/>
          <ac:cxnSpMkLst>
            <pc:docMk/>
            <pc:sldMk cId="2346374362" sldId="262"/>
            <ac:cxnSpMk id="42" creationId="{C3978147-B397-0874-5957-C7138B68B10D}"/>
          </ac:cxnSpMkLst>
        </pc:cxnChg>
      </pc:sldChg>
    </pc:docChg>
  </pc:docChgLst>
  <pc:docChgLst>
    <pc:chgData name="Tobias Bedford" userId="S::tobias.bedford@endava.com::15d050d3-8fe8-4df7-89a5-07844f554fe5" providerId="AD" clId="Web-{D7990741-A6FA-84C8-99B4-26644F0EDCF9}"/>
    <pc:docChg chg="modSld">
      <pc:chgData name="Tobias Bedford" userId="S::tobias.bedford@endava.com::15d050d3-8fe8-4df7-89a5-07844f554fe5" providerId="AD" clId="Web-{D7990741-A6FA-84C8-99B4-26644F0EDCF9}" dt="2023-08-23T06:35:32.119" v="0" actId="1076"/>
      <pc:docMkLst>
        <pc:docMk/>
      </pc:docMkLst>
      <pc:sldChg chg="modSp">
        <pc:chgData name="Tobias Bedford" userId="S::tobias.bedford@endava.com::15d050d3-8fe8-4df7-89a5-07844f554fe5" providerId="AD" clId="Web-{D7990741-A6FA-84C8-99B4-26644F0EDCF9}" dt="2023-08-23T06:35:32.119" v="0" actId="1076"/>
        <pc:sldMkLst>
          <pc:docMk/>
          <pc:sldMk cId="260640615" sldId="261"/>
        </pc:sldMkLst>
        <pc:picChg chg="mod">
          <ac:chgData name="Tobias Bedford" userId="S::tobias.bedford@endava.com::15d050d3-8fe8-4df7-89a5-07844f554fe5" providerId="AD" clId="Web-{D7990741-A6FA-84C8-99B4-26644F0EDCF9}" dt="2023-08-23T06:35:32.119" v="0" actId="1076"/>
          <ac:picMkLst>
            <pc:docMk/>
            <pc:sldMk cId="260640615" sldId="261"/>
            <ac:picMk id="2" creationId="{3F8CF28A-F172-16D4-5CD2-A9D714E83298}"/>
          </ac:picMkLst>
        </pc:picChg>
      </pc:sldChg>
    </pc:docChg>
  </pc:docChgLst>
  <pc:docChgLst>
    <pc:chgData name="Michelle Wang" userId="S::michelle.wang@endava.com::71f16213-420d-47c1-b1cf-5b7b54ad74c8" providerId="AD" clId="Web-{824CAC75-734F-DD2E-4C8B-5F51D7DA4E12}"/>
    <pc:docChg chg="delSld modSld">
      <pc:chgData name="Michelle Wang" userId="S::michelle.wang@endava.com::71f16213-420d-47c1-b1cf-5b7b54ad74c8" providerId="AD" clId="Web-{824CAC75-734F-DD2E-4C8B-5F51D7DA4E12}" dt="2023-08-22T15:52:49.585" v="387"/>
      <pc:docMkLst>
        <pc:docMk/>
      </pc:docMkLst>
      <pc:sldChg chg="modSp del">
        <pc:chgData name="Michelle Wang" userId="S::michelle.wang@endava.com::71f16213-420d-47c1-b1cf-5b7b54ad74c8" providerId="AD" clId="Web-{824CAC75-734F-DD2E-4C8B-5F51D7DA4E12}" dt="2023-08-22T15:52:49.585" v="387"/>
        <pc:sldMkLst>
          <pc:docMk/>
          <pc:sldMk cId="3701735595" sldId="261"/>
        </pc:sldMkLst>
        <pc:spChg chg="mod">
          <ac:chgData name="Michelle Wang" userId="S::michelle.wang@endava.com::71f16213-420d-47c1-b1cf-5b7b54ad74c8" providerId="AD" clId="Web-{824CAC75-734F-DD2E-4C8B-5F51D7DA4E12}" dt="2023-08-22T14:19:39.870" v="61" actId="20577"/>
          <ac:spMkLst>
            <pc:docMk/>
            <pc:sldMk cId="3701735595" sldId="261"/>
            <ac:spMk id="5" creationId="{33099C85-B593-A8E1-8C92-80479DB1D047}"/>
          </ac:spMkLst>
        </pc:spChg>
        <pc:spChg chg="mod">
          <ac:chgData name="Michelle Wang" userId="S::michelle.wang@endava.com::71f16213-420d-47c1-b1cf-5b7b54ad74c8" providerId="AD" clId="Web-{824CAC75-734F-DD2E-4C8B-5F51D7DA4E12}" dt="2023-08-22T15:13:08.051" v="336" actId="20577"/>
          <ac:spMkLst>
            <pc:docMk/>
            <pc:sldMk cId="3701735595" sldId="261"/>
            <ac:spMk id="7" creationId="{F91513B5-F565-D989-02E6-1886164B6D6F}"/>
          </ac:spMkLst>
        </pc:spChg>
        <pc:spChg chg="mod">
          <ac:chgData name="Michelle Wang" userId="S::michelle.wang@endava.com::71f16213-420d-47c1-b1cf-5b7b54ad74c8" providerId="AD" clId="Web-{824CAC75-734F-DD2E-4C8B-5F51D7DA4E12}" dt="2023-08-22T15:23:13.115" v="347" actId="14100"/>
          <ac:spMkLst>
            <pc:docMk/>
            <pc:sldMk cId="3701735595" sldId="261"/>
            <ac:spMk id="9" creationId="{06A3B0DF-3C49-7148-4E60-EBDC2833386B}"/>
          </ac:spMkLst>
        </pc:spChg>
        <pc:spChg chg="mod">
          <ac:chgData name="Michelle Wang" userId="S::michelle.wang@endava.com::71f16213-420d-47c1-b1cf-5b7b54ad74c8" providerId="AD" clId="Web-{824CAC75-734F-DD2E-4C8B-5F51D7DA4E12}" dt="2023-08-22T15:23:10.005" v="346" actId="14100"/>
          <ac:spMkLst>
            <pc:docMk/>
            <pc:sldMk cId="3701735595" sldId="261"/>
            <ac:spMk id="11" creationId="{B254F69C-D322-DC8B-B2C0-EEB63161675E}"/>
          </ac:spMkLst>
        </pc:spChg>
        <pc:spChg chg="mod">
          <ac:chgData name="Michelle Wang" userId="S::michelle.wang@endava.com::71f16213-420d-47c1-b1cf-5b7b54ad74c8" providerId="AD" clId="Web-{824CAC75-734F-DD2E-4C8B-5F51D7DA4E12}" dt="2023-08-22T14:42:19.719" v="206" actId="14100"/>
          <ac:spMkLst>
            <pc:docMk/>
            <pc:sldMk cId="3701735595" sldId="261"/>
            <ac:spMk id="13" creationId="{2039FBA3-0DA2-F2C7-22C6-F56E92C314B0}"/>
          </ac:spMkLst>
        </pc:spChg>
        <pc:spChg chg="mod">
          <ac:chgData name="Michelle Wang" userId="S::michelle.wang@endava.com::71f16213-420d-47c1-b1cf-5b7b54ad74c8" providerId="AD" clId="Web-{824CAC75-734F-DD2E-4C8B-5F51D7DA4E12}" dt="2023-08-22T14:41:57.906" v="201" actId="14100"/>
          <ac:spMkLst>
            <pc:docMk/>
            <pc:sldMk cId="3701735595" sldId="261"/>
            <ac:spMk id="15" creationId="{1BD53DD4-A2D0-5028-9DE5-F36E6CA5ABA0}"/>
          </ac:spMkLst>
        </pc:spChg>
        <pc:spChg chg="mod">
          <ac:chgData name="Michelle Wang" userId="S::michelle.wang@endava.com::71f16213-420d-47c1-b1cf-5b7b54ad74c8" providerId="AD" clId="Web-{824CAC75-734F-DD2E-4C8B-5F51D7DA4E12}" dt="2023-08-22T14:42:01" v="202" actId="14100"/>
          <ac:spMkLst>
            <pc:docMk/>
            <pc:sldMk cId="3701735595" sldId="261"/>
            <ac:spMk id="17" creationId="{B4AFFD55-1E8E-9013-8382-E2865B95AE24}"/>
          </ac:spMkLst>
        </pc:spChg>
        <pc:spChg chg="mod">
          <ac:chgData name="Michelle Wang" userId="S::michelle.wang@endava.com::71f16213-420d-47c1-b1cf-5b7b54ad74c8" providerId="AD" clId="Web-{824CAC75-734F-DD2E-4C8B-5F51D7DA4E12}" dt="2023-08-22T14:16:09.801" v="14" actId="20577"/>
          <ac:spMkLst>
            <pc:docMk/>
            <pc:sldMk cId="3701735595" sldId="261"/>
            <ac:spMk id="160" creationId="{00000000-0000-0000-0000-000000000000}"/>
          </ac:spMkLst>
        </pc:spChg>
        <pc:spChg chg="mod">
          <ac:chgData name="Michelle Wang" userId="S::michelle.wang@endava.com::71f16213-420d-47c1-b1cf-5b7b54ad74c8" providerId="AD" clId="Web-{824CAC75-734F-DD2E-4C8B-5F51D7DA4E12}" dt="2023-08-22T15:34:22.602" v="357" actId="20577"/>
          <ac:spMkLst>
            <pc:docMk/>
            <pc:sldMk cId="3701735595" sldId="261"/>
            <ac:spMk id="164" creationId="{00000000-0000-0000-0000-000000000000}"/>
          </ac:spMkLst>
        </pc:spChg>
        <pc:spChg chg="mod">
          <ac:chgData name="Michelle Wang" userId="S::michelle.wang@endava.com::71f16213-420d-47c1-b1cf-5b7b54ad74c8" providerId="AD" clId="Web-{824CAC75-734F-DD2E-4C8B-5F51D7DA4E12}" dt="2023-08-22T14:35:01.895" v="129" actId="20577"/>
          <ac:spMkLst>
            <pc:docMk/>
            <pc:sldMk cId="3701735595" sldId="261"/>
            <ac:spMk id="166" creationId="{00000000-0000-0000-0000-000000000000}"/>
          </ac:spMkLst>
        </pc:spChg>
        <pc:spChg chg="mod">
          <ac:chgData name="Michelle Wang" userId="S::michelle.wang@endava.com::71f16213-420d-47c1-b1cf-5b7b54ad74c8" providerId="AD" clId="Web-{824CAC75-734F-DD2E-4C8B-5F51D7DA4E12}" dt="2023-08-22T15:21:32.878" v="345" actId="20577"/>
          <ac:spMkLst>
            <pc:docMk/>
            <pc:sldMk cId="3701735595" sldId="261"/>
            <ac:spMk id="167" creationId="{00000000-0000-0000-0000-000000000000}"/>
          </ac:spMkLst>
        </pc:spChg>
        <pc:spChg chg="mod">
          <ac:chgData name="Michelle Wang" userId="S::michelle.wang@endava.com::71f16213-420d-47c1-b1cf-5b7b54ad74c8" providerId="AD" clId="Web-{824CAC75-734F-DD2E-4C8B-5F51D7DA4E12}" dt="2023-08-22T15:40:00.408" v="386" actId="20577"/>
          <ac:spMkLst>
            <pc:docMk/>
            <pc:sldMk cId="3701735595" sldId="261"/>
            <ac:spMk id="168" creationId="{00000000-0000-0000-0000-000000000000}"/>
          </ac:spMkLst>
        </pc:spChg>
        <pc:picChg chg="mod">
          <ac:chgData name="Michelle Wang" userId="S::michelle.wang@endava.com::71f16213-420d-47c1-b1cf-5b7b54ad74c8" providerId="AD" clId="Web-{824CAC75-734F-DD2E-4C8B-5F51D7DA4E12}" dt="2023-08-22T14:27:21.195" v="88"/>
          <ac:picMkLst>
            <pc:docMk/>
            <pc:sldMk cId="3701735595" sldId="261"/>
            <ac:picMk id="170" creationId="{00000000-0000-0000-0000-000000000000}"/>
          </ac:picMkLst>
        </pc:picChg>
        <pc:picChg chg="mod">
          <ac:chgData name="Michelle Wang" userId="S::michelle.wang@endava.com::71f16213-420d-47c1-b1cf-5b7b54ad74c8" providerId="AD" clId="Web-{824CAC75-734F-DD2E-4C8B-5F51D7DA4E12}" dt="2023-08-22T14:30:16.715" v="89"/>
          <ac:picMkLst>
            <pc:docMk/>
            <pc:sldMk cId="3701735595" sldId="261"/>
            <ac:picMk id="171" creationId="{00000000-0000-0000-0000-000000000000}"/>
          </ac:picMkLst>
        </pc:picChg>
      </pc:sldChg>
    </pc:docChg>
  </pc:docChgLst>
  <pc:docChgLst>
    <pc:chgData name="Theresa Lee" userId="26f28fff-0bf2-4478-9bbf-f4e8d9fba644" providerId="ADAL" clId="{CFE76A19-468E-F542-84AE-022D54580967}"/>
    <pc:docChg chg="undo redo custSel addSld modSld">
      <pc:chgData name="Theresa Lee" userId="26f28fff-0bf2-4478-9bbf-f4e8d9fba644" providerId="ADAL" clId="{CFE76A19-468E-F542-84AE-022D54580967}" dt="2023-06-28T01:34:15.567" v="256" actId="20577"/>
      <pc:docMkLst>
        <pc:docMk/>
      </pc:docMkLst>
      <pc:sldChg chg="addSp delSp modSp mod">
        <pc:chgData name="Theresa Lee" userId="26f28fff-0bf2-4478-9bbf-f4e8d9fba644" providerId="ADAL" clId="{CFE76A19-468E-F542-84AE-022D54580967}" dt="2023-06-28T01:16:44.757" v="102"/>
        <pc:sldMkLst>
          <pc:docMk/>
          <pc:sldMk cId="0" sldId="257"/>
        </pc:sldMkLst>
        <pc:spChg chg="add mod">
          <ac:chgData name="Theresa Lee" userId="26f28fff-0bf2-4478-9bbf-f4e8d9fba644" providerId="ADAL" clId="{CFE76A19-468E-F542-84AE-022D54580967}" dt="2023-06-28T01:16:13.342" v="98"/>
          <ac:spMkLst>
            <pc:docMk/>
            <pc:sldMk cId="0" sldId="257"/>
            <ac:spMk id="2" creationId="{6269B04B-29B2-F01C-09AC-E7FDCC33223C}"/>
          </ac:spMkLst>
        </pc:spChg>
        <pc:spChg chg="add mod">
          <ac:chgData name="Theresa Lee" userId="26f28fff-0bf2-4478-9bbf-f4e8d9fba644" providerId="ADAL" clId="{CFE76A19-468E-F542-84AE-022D54580967}" dt="2023-06-28T01:16:13.342" v="98"/>
          <ac:spMkLst>
            <pc:docMk/>
            <pc:sldMk cId="0" sldId="257"/>
            <ac:spMk id="4" creationId="{34E9E663-D993-601B-0F48-3D56B0592984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5" creationId="{50D9FF93-CB58-BFE0-6F00-7E373A266F67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6" creationId="{0C67D78A-496D-D675-FFB3-763C58DEE7E9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7" creationId="{EC61D053-51B0-7447-5F95-6F9C60FE14BC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8" creationId="{F99F7D17-2EEB-6AE9-0411-56501B2C75AC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9" creationId="{1C523827-C616-41AF-A9E2-8C4C827AF93F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0" creationId="{8A924214-CFDF-6B3C-5110-737A78B97E7D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1" creationId="{E4208454-D541-B36B-EB30-E385847AEFBC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2" creationId="{AB1975FB-CF57-B56E-12FF-44A0C7F518B7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3" creationId="{00892AF6-3B76-E640-7B13-3C5F6B7E5CF2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4" creationId="{CBD6484C-D8C8-8E67-D508-5725A93CD2D1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5" creationId="{BD87CB25-82A3-CC13-077D-D4925E47997C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6" creationId="{FB471AD7-6B70-46B7-7881-A6178E132067}"/>
          </ac:spMkLst>
        </pc:spChg>
        <pc:spChg chg="add mod">
          <ac:chgData name="Theresa Lee" userId="26f28fff-0bf2-4478-9bbf-f4e8d9fba644" providerId="ADAL" clId="{CFE76A19-468E-F542-84AE-022D54580967}" dt="2023-06-28T01:16:44.757" v="102"/>
          <ac:spMkLst>
            <pc:docMk/>
            <pc:sldMk cId="0" sldId="257"/>
            <ac:spMk id="17" creationId="{FF13131C-D648-D817-AF28-EA0BDD3A7A1A}"/>
          </ac:spMkLst>
        </pc:spChg>
        <pc:spChg chg="del">
          <ac:chgData name="Theresa Lee" userId="26f28fff-0bf2-4478-9bbf-f4e8d9fba644" providerId="ADAL" clId="{CFE76A19-468E-F542-84AE-022D54580967}" dt="2023-06-28T01:16:44.389" v="101" actId="478"/>
          <ac:spMkLst>
            <pc:docMk/>
            <pc:sldMk cId="0" sldId="257"/>
            <ac:spMk id="138" creationId="{00000000-0000-0000-0000-000000000000}"/>
          </ac:spMkLst>
        </pc:spChg>
        <pc:picChg chg="add mod">
          <ac:chgData name="Theresa Lee" userId="26f28fff-0bf2-4478-9bbf-f4e8d9fba644" providerId="ADAL" clId="{CFE76A19-468E-F542-84AE-022D54580967}" dt="2023-06-28T01:16:13.342" v="98"/>
          <ac:picMkLst>
            <pc:docMk/>
            <pc:sldMk cId="0" sldId="257"/>
            <ac:picMk id="3" creationId="{1F0B39E0-6361-8F0A-18AF-0D48F95843CB}"/>
          </ac:picMkLst>
        </pc:picChg>
      </pc:sldChg>
      <pc:sldChg chg="addSp delSp modSp mod">
        <pc:chgData name="Theresa Lee" userId="26f28fff-0bf2-4478-9bbf-f4e8d9fba644" providerId="ADAL" clId="{CFE76A19-468E-F542-84AE-022D54580967}" dt="2023-06-28T01:17:15.332" v="123" actId="14100"/>
        <pc:sldMkLst>
          <pc:docMk/>
          <pc:sldMk cId="0" sldId="258"/>
        </pc:sldMkLst>
        <pc:spChg chg="add mod">
          <ac:chgData name="Theresa Lee" userId="26f28fff-0bf2-4478-9bbf-f4e8d9fba644" providerId="ADAL" clId="{CFE76A19-468E-F542-84AE-022D54580967}" dt="2023-06-28T01:16:18.793" v="99"/>
          <ac:spMkLst>
            <pc:docMk/>
            <pc:sldMk cId="0" sldId="258"/>
            <ac:spMk id="2" creationId="{B9F332DA-3D15-C533-0E73-749C674A323F}"/>
          </ac:spMkLst>
        </pc:spChg>
        <pc:spChg chg="add mod">
          <ac:chgData name="Theresa Lee" userId="26f28fff-0bf2-4478-9bbf-f4e8d9fba644" providerId="ADAL" clId="{CFE76A19-468E-F542-84AE-022D54580967}" dt="2023-06-28T01:16:18.793" v="99"/>
          <ac:spMkLst>
            <pc:docMk/>
            <pc:sldMk cId="0" sldId="258"/>
            <ac:spMk id="4" creationId="{29355564-9E41-A8A8-C1F6-B423016E111E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5" creationId="{491D5E6C-5C5F-E3DB-F739-FC982AEE9E21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6" creationId="{EC160226-35B0-D75E-7213-F91673BFF2C7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7" creationId="{DC377CCC-7E06-76EA-5CCE-FD4C38F7456B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8" creationId="{5B62C9EB-7CD4-1F9B-545B-FAEA5EB81853}"/>
          </ac:spMkLst>
        </pc:spChg>
        <pc:spChg chg="add mod">
          <ac:chgData name="Theresa Lee" userId="26f28fff-0bf2-4478-9bbf-f4e8d9fba644" providerId="ADAL" clId="{CFE76A19-468E-F542-84AE-022D54580967}" dt="2023-06-28T01:17:15.332" v="123" actId="14100"/>
          <ac:spMkLst>
            <pc:docMk/>
            <pc:sldMk cId="0" sldId="258"/>
            <ac:spMk id="9" creationId="{42783AB1-05E8-A072-0873-8A9E091210D9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0" creationId="{584BFE0E-8D06-8236-BA06-D34D7F3E67F4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1" creationId="{CAD7D2EB-5529-05EE-EC37-AED02B2EFF61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2" creationId="{FA945D9B-71F9-2C66-0BB2-B7AFB2CEC43E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3" creationId="{00D00630-236F-121D-A576-6E630371DAF4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4" creationId="{0BC5C1A9-0F4A-AF4A-63DF-45DDA443BD87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5" creationId="{282D4AB3-D264-AFEA-836A-F85B79C4633A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6" creationId="{6F571836-33DF-5612-5714-86761F61CDBA}"/>
          </ac:spMkLst>
        </pc:spChg>
        <pc:spChg chg="add mod">
          <ac:chgData name="Theresa Lee" userId="26f28fff-0bf2-4478-9bbf-f4e8d9fba644" providerId="ADAL" clId="{CFE76A19-468E-F542-84AE-022D54580967}" dt="2023-06-28T01:16:56.183" v="104"/>
          <ac:spMkLst>
            <pc:docMk/>
            <pc:sldMk cId="0" sldId="258"/>
            <ac:spMk id="17" creationId="{338E6D71-5E11-EA47-9197-1F1D88E2FD1C}"/>
          </ac:spMkLst>
        </pc:spChg>
        <pc:spChg chg="del">
          <ac:chgData name="Theresa Lee" userId="26f28fff-0bf2-4478-9bbf-f4e8d9fba644" providerId="ADAL" clId="{CFE76A19-468E-F542-84AE-022D54580967}" dt="2023-06-28T01:16:55.543" v="103" actId="478"/>
          <ac:spMkLst>
            <pc:docMk/>
            <pc:sldMk cId="0" sldId="258"/>
            <ac:spMk id="153" creationId="{00000000-0000-0000-0000-000000000000}"/>
          </ac:spMkLst>
        </pc:spChg>
        <pc:picChg chg="add mod">
          <ac:chgData name="Theresa Lee" userId="26f28fff-0bf2-4478-9bbf-f4e8d9fba644" providerId="ADAL" clId="{CFE76A19-468E-F542-84AE-022D54580967}" dt="2023-06-28T01:16:18.793" v="99"/>
          <ac:picMkLst>
            <pc:docMk/>
            <pc:sldMk cId="0" sldId="258"/>
            <ac:picMk id="3" creationId="{326DE7AD-3154-AD17-FB3A-E0E605DAC3C2}"/>
          </ac:picMkLst>
        </pc:picChg>
      </pc:sldChg>
      <pc:sldChg chg="addSp delSp modSp mod">
        <pc:chgData name="Theresa Lee" userId="26f28fff-0bf2-4478-9bbf-f4e8d9fba644" providerId="ADAL" clId="{CFE76A19-468E-F542-84AE-022D54580967}" dt="2023-06-28T01:19:29.567" v="199" actId="478"/>
        <pc:sldMkLst>
          <pc:docMk/>
          <pc:sldMk cId="0" sldId="259"/>
        </pc:sldMkLst>
        <pc:spChg chg="add mod">
          <ac:chgData name="Theresa Lee" userId="26f28fff-0bf2-4478-9bbf-f4e8d9fba644" providerId="ADAL" clId="{CFE76A19-468E-F542-84AE-022D54580967}" dt="2023-06-28T01:16:20.730" v="100"/>
          <ac:spMkLst>
            <pc:docMk/>
            <pc:sldMk cId="0" sldId="259"/>
            <ac:spMk id="2" creationId="{9BBD3CF8-FAC1-8E98-C9B1-B364C8E0038A}"/>
          </ac:spMkLst>
        </pc:spChg>
        <pc:spChg chg="add mod">
          <ac:chgData name="Theresa Lee" userId="26f28fff-0bf2-4478-9bbf-f4e8d9fba644" providerId="ADAL" clId="{CFE76A19-468E-F542-84AE-022D54580967}" dt="2023-06-28T01:16:20.730" v="100"/>
          <ac:spMkLst>
            <pc:docMk/>
            <pc:sldMk cId="0" sldId="259"/>
            <ac:spMk id="4" creationId="{6473E5E7-8DA1-FF5D-2403-25B7134D3D24}"/>
          </ac:spMkLst>
        </pc:spChg>
        <pc:spChg chg="add mod">
          <ac:chgData name="Theresa Lee" userId="26f28fff-0bf2-4478-9bbf-f4e8d9fba644" providerId="ADAL" clId="{CFE76A19-468E-F542-84AE-022D54580967}" dt="2023-06-28T01:17:54.952" v="129"/>
          <ac:spMkLst>
            <pc:docMk/>
            <pc:sldMk cId="0" sldId="259"/>
            <ac:spMk id="5" creationId="{33099C85-B593-A8E1-8C92-80479DB1D047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6" creationId="{D9362032-2106-4CA2-94C0-A8A0B76A57E9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7" creationId="{F91513B5-F565-D989-02E6-1886164B6D6F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8" creationId="{55EA9F60-6F6F-2F88-2BE4-332306F2F74B}"/>
          </ac:spMkLst>
        </pc:spChg>
        <pc:spChg chg="add mod">
          <ac:chgData name="Theresa Lee" userId="26f28fff-0bf2-4478-9bbf-f4e8d9fba644" providerId="ADAL" clId="{CFE76A19-468E-F542-84AE-022D54580967}" dt="2023-06-28T01:19:09.043" v="170" actId="14100"/>
          <ac:spMkLst>
            <pc:docMk/>
            <pc:sldMk cId="0" sldId="259"/>
            <ac:spMk id="9" creationId="{06A3B0DF-3C49-7148-4E60-EBDC2833386B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10" creationId="{C0BA0980-DF08-AB2F-97BF-D3FE760893D9}"/>
          </ac:spMkLst>
        </pc:spChg>
        <pc:spChg chg="add mod">
          <ac:chgData name="Theresa Lee" userId="26f28fff-0bf2-4478-9bbf-f4e8d9fba644" providerId="ADAL" clId="{CFE76A19-468E-F542-84AE-022D54580967}" dt="2023-06-28T01:19:16.865" v="176" actId="14100"/>
          <ac:spMkLst>
            <pc:docMk/>
            <pc:sldMk cId="0" sldId="259"/>
            <ac:spMk id="11" creationId="{B254F69C-D322-DC8B-B2C0-EEB63161675E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12" creationId="{1A5C9ED0-EE99-EB6E-CBCC-ADCAA2F9F5D1}"/>
          </ac:spMkLst>
        </pc:spChg>
        <pc:spChg chg="add mod">
          <ac:chgData name="Theresa Lee" userId="26f28fff-0bf2-4478-9bbf-f4e8d9fba644" providerId="ADAL" clId="{CFE76A19-468E-F542-84AE-022D54580967}" dt="2023-06-28T01:19:26.535" v="198" actId="14100"/>
          <ac:spMkLst>
            <pc:docMk/>
            <pc:sldMk cId="0" sldId="259"/>
            <ac:spMk id="13" creationId="{2039FBA3-0DA2-F2C7-22C6-F56E92C314B0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14" creationId="{0A3DCD33-39BF-7433-1EE3-DBD6CBB1DFF5}"/>
          </ac:spMkLst>
        </pc:spChg>
        <pc:spChg chg="add mod">
          <ac:chgData name="Theresa Lee" userId="26f28fff-0bf2-4478-9bbf-f4e8d9fba644" providerId="ADAL" clId="{CFE76A19-468E-F542-84AE-022D54580967}" dt="2023-06-28T01:18:48.528" v="154" actId="14100"/>
          <ac:spMkLst>
            <pc:docMk/>
            <pc:sldMk cId="0" sldId="259"/>
            <ac:spMk id="15" creationId="{1BD53DD4-A2D0-5028-9DE5-F36E6CA5ABA0}"/>
          </ac:spMkLst>
        </pc:spChg>
        <pc:spChg chg="add mod">
          <ac:chgData name="Theresa Lee" userId="26f28fff-0bf2-4478-9bbf-f4e8d9fba644" providerId="ADAL" clId="{CFE76A19-468E-F542-84AE-022D54580967}" dt="2023-06-28T01:17:45.147" v="128"/>
          <ac:spMkLst>
            <pc:docMk/>
            <pc:sldMk cId="0" sldId="259"/>
            <ac:spMk id="16" creationId="{D4055800-A679-F947-12FC-D502C522FD92}"/>
          </ac:spMkLst>
        </pc:spChg>
        <pc:spChg chg="add mod">
          <ac:chgData name="Theresa Lee" userId="26f28fff-0bf2-4478-9bbf-f4e8d9fba644" providerId="ADAL" clId="{CFE76A19-468E-F542-84AE-022D54580967}" dt="2023-06-28T01:19:00.811" v="164" actId="14100"/>
          <ac:spMkLst>
            <pc:docMk/>
            <pc:sldMk cId="0" sldId="259"/>
            <ac:spMk id="17" creationId="{B4AFFD55-1E8E-9013-8382-E2865B95AE24}"/>
          </ac:spMkLst>
        </pc:spChg>
        <pc:spChg chg="add del mod">
          <ac:chgData name="Theresa Lee" userId="26f28fff-0bf2-4478-9bbf-f4e8d9fba644" providerId="ADAL" clId="{CFE76A19-468E-F542-84AE-022D54580967}" dt="2023-06-28T01:19:29.567" v="199" actId="478"/>
          <ac:spMkLst>
            <pc:docMk/>
            <pc:sldMk cId="0" sldId="259"/>
            <ac:spMk id="172" creationId="{00000000-0000-0000-0000-000000000000}"/>
          </ac:spMkLst>
        </pc:spChg>
        <pc:picChg chg="add mod">
          <ac:chgData name="Theresa Lee" userId="26f28fff-0bf2-4478-9bbf-f4e8d9fba644" providerId="ADAL" clId="{CFE76A19-468E-F542-84AE-022D54580967}" dt="2023-06-28T01:16:20.730" v="100"/>
          <ac:picMkLst>
            <pc:docMk/>
            <pc:sldMk cId="0" sldId="259"/>
            <ac:picMk id="3" creationId="{83D62D3A-6AC7-633A-AC3A-7D5FB845F9FF}"/>
          </ac:picMkLst>
        </pc:picChg>
      </pc:sldChg>
      <pc:sldChg chg="addSp delSp modSp add mod">
        <pc:chgData name="Theresa Lee" userId="26f28fff-0bf2-4478-9bbf-f4e8d9fba644" providerId="ADAL" clId="{CFE76A19-468E-F542-84AE-022D54580967}" dt="2023-06-28T01:34:15.567" v="256" actId="20577"/>
        <pc:sldMkLst>
          <pc:docMk/>
          <pc:sldMk cId="557622337" sldId="260"/>
        </pc:sldMkLst>
        <pc:spChg chg="add mod">
          <ac:chgData name="Theresa Lee" userId="26f28fff-0bf2-4478-9bbf-f4e8d9fba644" providerId="ADAL" clId="{CFE76A19-468E-F542-84AE-022D54580967}" dt="2023-06-28T01:34:07.140" v="237" actId="2710"/>
          <ac:spMkLst>
            <pc:docMk/>
            <pc:sldMk cId="557622337" sldId="260"/>
            <ac:spMk id="2" creationId="{BE634F80-FAE0-A1D4-8BA3-BD4C4B546B65}"/>
          </ac:spMkLst>
        </pc:spChg>
        <pc:spChg chg="add del mod">
          <ac:chgData name="Theresa Lee" userId="26f28fff-0bf2-4478-9bbf-f4e8d9fba644" providerId="ADAL" clId="{CFE76A19-468E-F542-84AE-022D54580967}" dt="2023-06-28T01:14:37.864" v="53" actId="478"/>
          <ac:spMkLst>
            <pc:docMk/>
            <pc:sldMk cId="557622337" sldId="260"/>
            <ac:spMk id="3" creationId="{5E2F9916-2154-18EA-B6B8-567D3C33EEC9}"/>
          </ac:spMkLst>
        </pc:spChg>
        <pc:spChg chg="add mod">
          <ac:chgData name="Theresa Lee" userId="26f28fff-0bf2-4478-9bbf-f4e8d9fba644" providerId="ADAL" clId="{CFE76A19-468E-F542-84AE-022D54580967}" dt="2023-06-28T01:14:43.337" v="55" actId="571"/>
          <ac:spMkLst>
            <pc:docMk/>
            <pc:sldMk cId="557622337" sldId="260"/>
            <ac:spMk id="4" creationId="{C22D88E6-CED7-D464-8E42-2DBA04155343}"/>
          </ac:spMkLst>
        </pc:spChg>
        <pc:spChg chg="add mod">
          <ac:chgData name="Theresa Lee" userId="26f28fff-0bf2-4478-9bbf-f4e8d9fba644" providerId="ADAL" clId="{CFE76A19-468E-F542-84AE-022D54580967}" dt="2023-06-28T01:34:02.917" v="236" actId="2710"/>
          <ac:spMkLst>
            <pc:docMk/>
            <pc:sldMk cId="557622337" sldId="260"/>
            <ac:spMk id="5" creationId="{9EDAC058-C605-9C21-81B1-1A18C42B99A0}"/>
          </ac:spMkLst>
        </pc:spChg>
        <pc:spChg chg="add mod">
          <ac:chgData name="Theresa Lee" userId="26f28fff-0bf2-4478-9bbf-f4e8d9fba644" providerId="ADAL" clId="{CFE76A19-468E-F542-84AE-022D54580967}" dt="2023-06-28T01:34:15.567" v="256" actId="20577"/>
          <ac:spMkLst>
            <pc:docMk/>
            <pc:sldMk cId="557622337" sldId="260"/>
            <ac:spMk id="6" creationId="{25CC9FFF-B9D7-1C68-D600-12E0D9137ABE}"/>
          </ac:spMkLst>
        </pc:spChg>
        <pc:spChg chg="add del mod">
          <ac:chgData name="Theresa Lee" userId="26f28fff-0bf2-4478-9bbf-f4e8d9fba644" providerId="ADAL" clId="{CFE76A19-468E-F542-84AE-022D54580967}" dt="2023-06-28T01:15:27.495" v="89" actId="767"/>
          <ac:spMkLst>
            <pc:docMk/>
            <pc:sldMk cId="557622337" sldId="260"/>
            <ac:spMk id="7" creationId="{9FA886CB-9E65-86E3-0AA0-2B890B375126}"/>
          </ac:spMkLst>
        </pc:spChg>
        <pc:spChg chg="mod">
          <ac:chgData name="Theresa Lee" userId="26f28fff-0bf2-4478-9bbf-f4e8d9fba644" providerId="ADAL" clId="{CFE76A19-468E-F542-84AE-022D54580967}" dt="2023-06-28T01:13:35.868" v="31" actId="1076"/>
          <ac:spMkLst>
            <pc:docMk/>
            <pc:sldMk cId="557622337" sldId="260"/>
            <ac:spMk id="127" creationId="{00000000-0000-0000-0000-000000000000}"/>
          </ac:spMkLst>
        </pc:spChg>
      </pc:sldChg>
    </pc:docChg>
  </pc:docChgLst>
  <pc:docChgLst>
    <pc:chgData name="Tobias Bedford" userId="S::tobias.bedford@endava.com::15d050d3-8fe8-4df7-89a5-07844f554fe5" providerId="AD" clId="Web-{BA9A7788-22C9-5966-96D5-1F23DC31C5A7}"/>
    <pc:docChg chg="modSld">
      <pc:chgData name="Tobias Bedford" userId="S::tobias.bedford@endava.com::15d050d3-8fe8-4df7-89a5-07844f554fe5" providerId="AD" clId="Web-{BA9A7788-22C9-5966-96D5-1F23DC31C5A7}" dt="2023-08-23T06:51:49.904" v="1" actId="14100"/>
      <pc:docMkLst>
        <pc:docMk/>
      </pc:docMkLst>
      <pc:sldChg chg="modSp">
        <pc:chgData name="Tobias Bedford" userId="S::tobias.bedford@endava.com::15d050d3-8fe8-4df7-89a5-07844f554fe5" providerId="AD" clId="Web-{BA9A7788-22C9-5966-96D5-1F23DC31C5A7}" dt="2023-08-23T06:51:49.904" v="1" actId="14100"/>
        <pc:sldMkLst>
          <pc:docMk/>
          <pc:sldMk cId="0" sldId="257"/>
        </pc:sldMkLst>
        <pc:spChg chg="mod">
          <ac:chgData name="Tobias Bedford" userId="S::tobias.bedford@endava.com::15d050d3-8fe8-4df7-89a5-07844f554fe5" providerId="AD" clId="Web-{BA9A7788-22C9-5966-96D5-1F23DC31C5A7}" dt="2023-08-23T06:51:49.904" v="1" actId="14100"/>
          <ac:spMkLst>
            <pc:docMk/>
            <pc:sldMk cId="0" sldId="257"/>
            <ac:spMk id="9" creationId="{1C523827-C616-41AF-A9E2-8C4C827AF93F}"/>
          </ac:spMkLst>
        </pc:spChg>
      </pc:sldChg>
    </pc:docChg>
  </pc:docChgLst>
  <pc:docChgLst>
    <pc:chgData name="Jo-Ey Lee" userId="S::theresa.lee@endava.com::26f28fff-0bf2-4478-9bbf-f4e8d9fba644" providerId="AD" clId="Web-{E771B2EB-1401-A0FD-1401-3EF9F256B2E7}"/>
    <pc:docChg chg="addSld modSld sldOrd">
      <pc:chgData name="Jo-Ey Lee" userId="S::theresa.lee@endava.com::26f28fff-0bf2-4478-9bbf-f4e8d9fba644" providerId="AD" clId="Web-{E771B2EB-1401-A0FD-1401-3EF9F256B2E7}" dt="2023-08-23T03:15:02.534" v="52" actId="1076"/>
      <pc:docMkLst>
        <pc:docMk/>
      </pc:docMkLst>
      <pc:sldChg chg="addSp delSp modSp new ord">
        <pc:chgData name="Jo-Ey Lee" userId="S::theresa.lee@endava.com::26f28fff-0bf2-4478-9bbf-f4e8d9fba644" providerId="AD" clId="Web-{E771B2EB-1401-A0FD-1401-3EF9F256B2E7}" dt="2023-08-23T03:15:02.534" v="52" actId="1076"/>
        <pc:sldMkLst>
          <pc:docMk/>
          <pc:sldMk cId="260640615" sldId="261"/>
        </pc:sldMkLst>
        <pc:spChg chg="add mod">
          <ac:chgData name="Jo-Ey Lee" userId="S::theresa.lee@endava.com::26f28fff-0bf2-4478-9bbf-f4e8d9fba644" providerId="AD" clId="Web-{E771B2EB-1401-A0FD-1401-3EF9F256B2E7}" dt="2023-08-23T03:14:54.721" v="50" actId="20577"/>
          <ac:spMkLst>
            <pc:docMk/>
            <pc:sldMk cId="260640615" sldId="261"/>
            <ac:spMk id="5" creationId="{C62807C2-0B0D-77AE-DAE7-094DD6CB8E7B}"/>
          </ac:spMkLst>
        </pc:spChg>
        <pc:picChg chg="add del mod">
          <ac:chgData name="Jo-Ey Lee" userId="S::theresa.lee@endava.com::26f28fff-0bf2-4478-9bbf-f4e8d9fba644" providerId="AD" clId="Web-{E771B2EB-1401-A0FD-1401-3EF9F256B2E7}" dt="2023-08-23T03:13:51.688" v="5"/>
          <ac:picMkLst>
            <pc:docMk/>
            <pc:sldMk cId="260640615" sldId="261"/>
            <ac:picMk id="2" creationId="{D3FC0D55-5AEB-78A1-DE80-6415DD5E7523}"/>
          </ac:picMkLst>
        </pc:picChg>
        <pc:picChg chg="add mod">
          <ac:chgData name="Jo-Ey Lee" userId="S::theresa.lee@endava.com::26f28fff-0bf2-4478-9bbf-f4e8d9fba644" providerId="AD" clId="Web-{E771B2EB-1401-A0FD-1401-3EF9F256B2E7}" dt="2023-08-23T03:15:02.534" v="52" actId="1076"/>
          <ac:picMkLst>
            <pc:docMk/>
            <pc:sldMk cId="260640615" sldId="261"/>
            <ac:picMk id="3" creationId="{0768DBC8-906E-F48D-51BD-CAA4A6E81EAA}"/>
          </ac:picMkLst>
        </pc:picChg>
      </pc:sldChg>
    </pc:docChg>
  </pc:docChgLst>
  <pc:docChgLst>
    <pc:chgData name="Tobias Bedford" userId="S::tobias.bedford@endava.com::15d050d3-8fe8-4df7-89a5-07844f554fe5" providerId="AD" clId="Web-{2F44E4AE-B052-CDF6-EAF0-412F28A0B58F}"/>
    <pc:docChg chg="modSld">
      <pc:chgData name="Tobias Bedford" userId="S::tobias.bedford@endava.com::15d050d3-8fe8-4df7-89a5-07844f554fe5" providerId="AD" clId="Web-{2F44E4AE-B052-CDF6-EAF0-412F28A0B58F}" dt="2023-08-23T06:37:14.818" v="0" actId="1076"/>
      <pc:docMkLst>
        <pc:docMk/>
      </pc:docMkLst>
      <pc:sldChg chg="modSp">
        <pc:chgData name="Tobias Bedford" userId="S::tobias.bedford@endava.com::15d050d3-8fe8-4df7-89a5-07844f554fe5" providerId="AD" clId="Web-{2F44E4AE-B052-CDF6-EAF0-412F28A0B58F}" dt="2023-08-23T06:37:14.818" v="0" actId="1076"/>
        <pc:sldMkLst>
          <pc:docMk/>
          <pc:sldMk cId="260640615" sldId="261"/>
        </pc:sldMkLst>
        <pc:picChg chg="mod">
          <ac:chgData name="Tobias Bedford" userId="S::tobias.bedford@endava.com::15d050d3-8fe8-4df7-89a5-07844f554fe5" providerId="AD" clId="Web-{2F44E4AE-B052-CDF6-EAF0-412F28A0B58F}" dt="2023-08-23T06:37:14.818" v="0" actId="1076"/>
          <ac:picMkLst>
            <pc:docMk/>
            <pc:sldMk cId="260640615" sldId="261"/>
            <ac:picMk id="2" creationId="{3F8CF28A-F172-16D4-5CD2-A9D714E8329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3700">
        <a:latin typeface="+mn-lt"/>
        <a:ea typeface="+mn-ea"/>
        <a:cs typeface="+mn-cs"/>
        <a:sym typeface="Arial"/>
      </a:defRPr>
    </a:lvl1pPr>
    <a:lvl2pPr indent="228600" latinLnBrk="0">
      <a:defRPr sz="3700">
        <a:latin typeface="+mn-lt"/>
        <a:ea typeface="+mn-ea"/>
        <a:cs typeface="+mn-cs"/>
        <a:sym typeface="Arial"/>
      </a:defRPr>
    </a:lvl2pPr>
    <a:lvl3pPr indent="457200" latinLnBrk="0">
      <a:defRPr sz="3700">
        <a:latin typeface="+mn-lt"/>
        <a:ea typeface="+mn-ea"/>
        <a:cs typeface="+mn-cs"/>
        <a:sym typeface="Arial"/>
      </a:defRPr>
    </a:lvl3pPr>
    <a:lvl4pPr indent="685800" latinLnBrk="0">
      <a:defRPr sz="3700">
        <a:latin typeface="+mn-lt"/>
        <a:ea typeface="+mn-ea"/>
        <a:cs typeface="+mn-cs"/>
        <a:sym typeface="Arial"/>
      </a:defRPr>
    </a:lvl4pPr>
    <a:lvl5pPr indent="914400" latinLnBrk="0">
      <a:defRPr sz="3700">
        <a:latin typeface="+mn-lt"/>
        <a:ea typeface="+mn-ea"/>
        <a:cs typeface="+mn-cs"/>
        <a:sym typeface="Arial"/>
      </a:defRPr>
    </a:lvl5pPr>
    <a:lvl6pPr indent="1143000" latinLnBrk="0">
      <a:defRPr sz="3700">
        <a:latin typeface="+mn-lt"/>
        <a:ea typeface="+mn-ea"/>
        <a:cs typeface="+mn-cs"/>
        <a:sym typeface="Arial"/>
      </a:defRPr>
    </a:lvl6pPr>
    <a:lvl7pPr indent="1371600" latinLnBrk="0">
      <a:defRPr sz="3700">
        <a:latin typeface="+mn-lt"/>
        <a:ea typeface="+mn-ea"/>
        <a:cs typeface="+mn-cs"/>
        <a:sym typeface="Arial"/>
      </a:defRPr>
    </a:lvl7pPr>
    <a:lvl8pPr indent="1600200" latinLnBrk="0">
      <a:defRPr sz="3700">
        <a:latin typeface="+mn-lt"/>
        <a:ea typeface="+mn-ea"/>
        <a:cs typeface="+mn-cs"/>
        <a:sym typeface="Arial"/>
      </a:defRPr>
    </a:lvl8pPr>
    <a:lvl9pPr indent="1828800" latinLnBrk="0">
      <a:defRPr sz="37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3047801" y="2244725"/>
            <a:ext cx="18286811" cy="4775200"/>
          </a:xfrm>
          <a:prstGeom prst="rect">
            <a:avLst/>
          </a:prstGeom>
        </p:spPr>
        <p:txBody>
          <a:bodyPr anchor="b"/>
          <a:lstStyle>
            <a:lvl1pPr algn="ctr">
              <a:defRPr sz="5900"/>
            </a:lvl1pPr>
          </a:lstStyle>
          <a:p>
            <a:r>
              <a:t>Title Text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8191" y="13081000"/>
            <a:ext cx="453332" cy="447229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eader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"/>
          <p:cNvSpPr/>
          <p:nvPr/>
        </p:nvSpPr>
        <p:spPr>
          <a:xfrm>
            <a:off x="1777883" y="-3176"/>
            <a:ext cx="413641" cy="48545"/>
          </a:xfrm>
          <a:prstGeom prst="rect">
            <a:avLst/>
          </a:prstGeom>
          <a:solidFill>
            <a:srgbClr val="DE411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416">
              <a:defRPr sz="32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spc="119">
                <a:solidFill>
                  <a:srgbClr val="929292"/>
                </a:solidFill>
              </a:defRPr>
            </a:pPr>
            <a:r>
              <a:t>© Copyright 2023 Endava  //  Confidential and Proprietary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03174" y="210052"/>
            <a:ext cx="4959368" cy="390491"/>
          </a:xfrm>
          <a:prstGeom prst="rect">
            <a:avLst/>
          </a:prstGeom>
        </p:spPr>
        <p:txBody>
          <a:bodyPr lIns="71436" tIns="71436" rIns="71436" bIns="71436"/>
          <a:lstStyle>
            <a:lvl1pPr marL="0" indent="0">
              <a:buSzTx/>
              <a:buNone/>
              <a:defRPr sz="1600"/>
            </a:lvl1pPr>
            <a:lvl2pPr marL="846581" indent="-211645">
              <a:defRPr sz="1600"/>
            </a:lvl2pPr>
            <a:lvl3pPr marL="1481518" indent="-211645">
              <a:defRPr sz="1600"/>
            </a:lvl3pPr>
            <a:lvl4pPr marL="2116454" indent="-211645">
              <a:defRPr sz="1600"/>
            </a:lvl4pPr>
            <a:lvl5pPr marL="2751391" indent="-211645"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eader and Footer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/>
          <p:cNvSpPr/>
          <p:nvPr/>
        </p:nvSpPr>
        <p:spPr>
          <a:xfrm>
            <a:off x="1777883" y="-3176"/>
            <a:ext cx="413641" cy="48545"/>
          </a:xfrm>
          <a:prstGeom prst="rect">
            <a:avLst/>
          </a:prstGeom>
          <a:solidFill>
            <a:srgbClr val="DE411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416">
              <a:defRPr sz="32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3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spc="119">
                <a:solidFill>
                  <a:srgbClr val="929292"/>
                </a:solidFill>
              </a:defRPr>
            </a:pPr>
            <a:r>
              <a:t>© Copyright 2023 Endava  //  Confidential and Proprietary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03174" y="210052"/>
            <a:ext cx="4959368" cy="390491"/>
          </a:xfrm>
          <a:prstGeom prst="rect">
            <a:avLst/>
          </a:prstGeom>
        </p:spPr>
        <p:txBody>
          <a:bodyPr lIns="71436" tIns="71436" rIns="71436" bIns="71436"/>
          <a:lstStyle>
            <a:lvl1pPr marL="0" indent="0">
              <a:buSzTx/>
              <a:buNone/>
              <a:defRPr sz="1600"/>
            </a:lvl1pPr>
            <a:lvl2pPr marL="846581" indent="-211645">
              <a:defRPr sz="1600"/>
            </a:lvl2pPr>
            <a:lvl3pPr marL="1481518" indent="-211645">
              <a:defRPr sz="1600"/>
            </a:lvl3pPr>
            <a:lvl4pPr marL="2116454" indent="-211645">
              <a:defRPr sz="1600"/>
            </a:lvl4pPr>
            <a:lvl5pPr marL="2751391" indent="-211645"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oter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b="1" spc="119">
                <a:solidFill>
                  <a:srgbClr val="929292"/>
                </a:solidFill>
              </a:defRPr>
            </a:pPr>
            <a:r>
              <a:t>Client name  </a:t>
            </a:r>
            <a:r>
              <a:rPr b="0"/>
              <a:t>// </a:t>
            </a:r>
            <a:r>
              <a:t> </a:t>
            </a:r>
            <a:r>
              <a:rPr b="0"/>
              <a:t>presentation name  //  © Copyright 2020 Endava  //  Confidential and Proprietary  //  Version 1.0</a:t>
            </a:r>
          </a:p>
        </p:txBody>
      </p:sp>
      <p:pic>
        <p:nvPicPr>
          <p:cNvPr id="51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eader and Minimal Footer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"/>
          <p:cNvSpPr/>
          <p:nvPr/>
        </p:nvSpPr>
        <p:spPr>
          <a:xfrm>
            <a:off x="1777883" y="-3176"/>
            <a:ext cx="413641" cy="48545"/>
          </a:xfrm>
          <a:prstGeom prst="rect">
            <a:avLst/>
          </a:prstGeom>
          <a:solidFill>
            <a:srgbClr val="DE411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416">
              <a:defRPr sz="32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0" name="Client Name  Presentation Title  -  1. Chapter Name"/>
          <p:cNvSpPr txBox="1"/>
          <p:nvPr/>
        </p:nvSpPr>
        <p:spPr>
          <a:xfrm>
            <a:off x="1703174" y="222889"/>
            <a:ext cx="4909929" cy="364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71432" tIns="71432" rIns="71432" bIns="71432" anchor="ctr">
            <a:spAutoFit/>
          </a:bodyPr>
          <a:lstStyle/>
          <a:p>
            <a:pPr defTabSz="821448">
              <a:spcBef>
                <a:spcPts val="3000"/>
              </a:spcBef>
              <a:defRPr sz="1600" b="1">
                <a:solidFill>
                  <a:srgbClr val="FFFFFF"/>
                </a:solidFill>
              </a:defRPr>
            </a:pPr>
            <a:r>
              <a:t>Client Name  </a:t>
            </a:r>
            <a:r>
              <a:rPr b="0"/>
              <a:t>Presentation Title  -  </a:t>
            </a:r>
            <a:r>
              <a:rPr>
                <a:solidFill>
                  <a:srgbClr val="DE411B"/>
                </a:solidFill>
              </a:rPr>
              <a:t>1. Chapter Name</a:t>
            </a:r>
          </a:p>
        </p:txBody>
      </p:sp>
      <p:pic>
        <p:nvPicPr>
          <p:cNvPr id="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inim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Minim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" descr="Image"/>
          <p:cNvPicPr>
            <a:picLocks noChangeAspect="1"/>
          </p:cNvPicPr>
          <p:nvPr/>
        </p:nvPicPr>
        <p:blipFill>
          <a:blip r:embed="rId2"/>
          <a:srcRect r="66715"/>
          <a:stretch>
            <a:fillRect/>
          </a:stretch>
        </p:blipFill>
        <p:spPr>
          <a:xfrm>
            <a:off x="-2063" y="0"/>
            <a:ext cx="8116549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b="1" spc="119">
                <a:solidFill>
                  <a:srgbClr val="929292"/>
                </a:solidFill>
              </a:defRPr>
            </a:pPr>
            <a:r>
              <a:t>Consultant Profile</a:t>
            </a:r>
            <a:r>
              <a:rPr b="0"/>
              <a:t>  //  © Copyright 2023 Endava  //  Confidential and Proprietary</a:t>
            </a: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712700"/>
            <a:ext cx="5686638" cy="736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"/>
          <p:cNvSpPr/>
          <p:nvPr/>
        </p:nvSpPr>
        <p:spPr>
          <a:xfrm>
            <a:off x="1777883" y="-3176"/>
            <a:ext cx="413641" cy="48545"/>
          </a:xfrm>
          <a:prstGeom prst="rect">
            <a:avLst/>
          </a:prstGeom>
          <a:solidFill>
            <a:srgbClr val="DE411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416">
              <a:defRPr sz="32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10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spc="119">
                <a:solidFill>
                  <a:srgbClr val="929292"/>
                </a:solidFill>
              </a:defRPr>
            </a:pPr>
            <a:r>
              <a:t>© Copyright 2023 Endava  //  Confidential and Proprietary</a:t>
            </a:r>
          </a:p>
        </p:txBody>
      </p:sp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1676291" y="730251"/>
            <a:ext cx="21029832" cy="265112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"/>
          <p:cNvSpPr/>
          <p:nvPr/>
        </p:nvSpPr>
        <p:spPr>
          <a:xfrm>
            <a:off x="1777883" y="-3176"/>
            <a:ext cx="413641" cy="48545"/>
          </a:xfrm>
          <a:prstGeom prst="rect">
            <a:avLst/>
          </a:prstGeom>
          <a:solidFill>
            <a:srgbClr val="DE411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416">
              <a:defRPr sz="32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11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spc="119">
                <a:solidFill>
                  <a:srgbClr val="929292"/>
                </a:solidFill>
              </a:defRPr>
            </a:pPr>
            <a:r>
              <a:t>© Copyright 2023 Endava  //  Confidential and Proprietary</a:t>
            </a:r>
          </a:p>
        </p:txBody>
      </p:sp>
      <p:sp>
        <p:nvSpPr>
          <p:cNvPr id="116" name="Title Text"/>
          <p:cNvSpPr txBox="1">
            <a:spLocks noGrp="1"/>
          </p:cNvSpPr>
          <p:nvPr>
            <p:ph type="title"/>
          </p:nvPr>
        </p:nvSpPr>
        <p:spPr>
          <a:xfrm>
            <a:off x="831166" y="1985533"/>
            <a:ext cx="22720123" cy="5473601"/>
          </a:xfrm>
          <a:prstGeom prst="rect">
            <a:avLst/>
          </a:prstGeom>
        </p:spPr>
        <p:txBody>
          <a:bodyPr lIns="91424" tIns="91424" rIns="91424" bIns="91424" anchor="b"/>
          <a:lstStyle>
            <a:lvl1pPr algn="ctr">
              <a:defRPr sz="13800"/>
            </a:lvl1pPr>
          </a:lstStyle>
          <a:p>
            <a:r>
              <a:t>Title Text</a:t>
            </a:r>
          </a:p>
        </p:txBody>
      </p:sp>
      <p:sp>
        <p:nvSpPr>
          <p:cNvPr id="1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145" y="7557667"/>
            <a:ext cx="22720123" cy="2113601"/>
          </a:xfrm>
          <a:prstGeom prst="rect">
            <a:avLst/>
          </a:prstGeom>
        </p:spPr>
        <p:txBody>
          <a:bodyPr lIns="91424" tIns="91424" rIns="91424" bIns="91424" anchor="t"/>
          <a:lstStyle>
            <a:lvl1pPr algn="ctr">
              <a:spcBef>
                <a:spcPts val="0"/>
              </a:spcBef>
              <a:buSzTx/>
              <a:buNone/>
              <a:defRPr sz="7400"/>
            </a:lvl1pPr>
            <a:lvl2pPr marL="264557" indent="370378" algn="ctr">
              <a:spcBef>
                <a:spcPts val="0"/>
              </a:spcBef>
              <a:buSzTx/>
              <a:buNone/>
              <a:defRPr sz="7400"/>
            </a:lvl2pPr>
            <a:lvl3pPr marL="264557" indent="1005315" algn="ctr">
              <a:spcBef>
                <a:spcPts val="0"/>
              </a:spcBef>
              <a:buSzTx/>
              <a:buNone/>
              <a:defRPr sz="7400"/>
            </a:lvl3pPr>
            <a:lvl4pPr marL="264557" indent="1640251" algn="ctr">
              <a:spcBef>
                <a:spcPts val="0"/>
              </a:spcBef>
              <a:buSzTx/>
              <a:buNone/>
              <a:defRPr sz="7400"/>
            </a:lvl4pPr>
            <a:lvl5pPr marL="264557" indent="2275189" algn="ctr">
              <a:spcBef>
                <a:spcPts val="0"/>
              </a:spcBef>
              <a:buSzTx/>
              <a:buNone/>
              <a:defRPr sz="7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33286" y="12757643"/>
            <a:ext cx="421572" cy="404803"/>
          </a:xfrm>
          <a:prstGeom prst="rect">
            <a:avLst/>
          </a:prstGeom>
        </p:spPr>
        <p:txBody>
          <a:bodyPr lIns="91424" tIns="91424" rIns="91424" bIns="91424" anchor="ctr">
            <a:norm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ent name  //  presentation name  //  © Copyright 2020 Endava  //  Confidential and Proprietary  //  Version 1.0"/>
          <p:cNvSpPr txBox="1"/>
          <p:nvPr/>
        </p:nvSpPr>
        <p:spPr>
          <a:xfrm>
            <a:off x="674045" y="13303058"/>
            <a:ext cx="21321474" cy="315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spc="119">
                <a:solidFill>
                  <a:srgbClr val="929292"/>
                </a:solidFill>
              </a:defRPr>
            </a:pPr>
            <a:r>
              <a:t>© Copyright 2023 Endava  //  Confidential and Proprietary</a:t>
            </a:r>
          </a:p>
        </p:txBody>
      </p:sp>
      <p:pic>
        <p:nvPicPr>
          <p:cNvPr id="3" name="Picture 6" descr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601" y="13292244"/>
            <a:ext cx="430531" cy="32067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218564" y="449643"/>
            <a:ext cx="21934171" cy="2485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1218564" y="2934906"/>
            <a:ext cx="21934171" cy="9582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931343" y="13289447"/>
            <a:ext cx="340322" cy="32355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 defTabSz="825416">
              <a:defRPr sz="1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470215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900" b="1" i="0" u="none" strike="noStrike" cap="none" spc="-208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264557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1pPr>
      <a:lvl2pPr marL="899492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2pPr>
      <a:lvl3pPr marL="1534429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3pPr>
      <a:lvl4pPr marL="2169366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4pPr>
      <a:lvl5pPr marL="2804303" marR="0" indent="-264556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5pPr>
      <a:lvl6pPr marL="3439238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6pPr>
      <a:lvl7pPr marL="4074176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7pPr>
      <a:lvl8pPr marL="4709112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8pPr>
      <a:lvl9pPr marL="5344048" marR="0" indent="-264557" algn="l" defTabSz="821448" rtl="0" latinLnBrk="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tabLst/>
        <a:defRPr sz="2000" b="0" i="0" u="none" strike="noStrike" cap="none" spc="0" baseline="0">
          <a:solidFill>
            <a:srgbClr val="5E5E5E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82541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linkedin.com/in/peter-huang-a7166728/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hyperlink" Target="https://www.linkedin.com/in/olivernewb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Goes Here"/>
          <p:cNvSpPr txBox="1"/>
          <p:nvPr/>
        </p:nvSpPr>
        <p:spPr>
          <a:xfrm>
            <a:off x="1703174" y="4410626"/>
            <a:ext cx="5628356" cy="718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796" tIns="50796" rIns="50796" bIns="50796" anchor="ctr">
            <a:spAutoFit/>
          </a:bodyPr>
          <a:lstStyle>
            <a:lvl1pPr>
              <a:lnSpc>
                <a:spcPct val="80000"/>
              </a:lnSpc>
              <a:defRPr sz="5000" spc="-150">
                <a:solidFill>
                  <a:srgbClr val="1D1D1D"/>
                </a:solidFill>
              </a:defRPr>
            </a:lvl1pPr>
          </a:lstStyle>
          <a:p>
            <a:r>
              <a:rPr dirty="0"/>
              <a:t>Meet </a:t>
            </a:r>
            <a:r>
              <a:rPr lang="en-AU" dirty="0"/>
              <a:t>Peter</a:t>
            </a:r>
            <a:endParaRPr dirty="0"/>
          </a:p>
        </p:txBody>
      </p:sp>
      <p:sp>
        <p:nvSpPr>
          <p:cNvPr id="160" name="Client Name  Presentation Title  -  1. Chapter Name"/>
          <p:cNvSpPr txBox="1"/>
          <p:nvPr/>
        </p:nvSpPr>
        <p:spPr>
          <a:xfrm>
            <a:off x="1748894" y="210484"/>
            <a:ext cx="511477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821530">
              <a:spcBef>
                <a:spcPts val="3000"/>
              </a:spcBef>
              <a:defRPr sz="1600">
                <a:solidFill>
                  <a:srgbClr val="929292"/>
                </a:solidFill>
              </a:defRPr>
            </a:pPr>
            <a:r>
              <a:rPr dirty="0"/>
              <a:t>Consultant profile </a:t>
            </a:r>
            <a:r>
              <a:rPr b="1" dirty="0">
                <a:solidFill>
                  <a:schemeClr val="accent1"/>
                </a:solidFill>
              </a:rPr>
              <a:t>— </a:t>
            </a:r>
            <a:r>
              <a:rPr lang="en-AU" b="1" dirty="0">
                <a:solidFill>
                  <a:schemeClr val="accent1"/>
                </a:solidFill>
              </a:rPr>
              <a:t>Peter Huang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61" name="Slide Number"/>
          <p:cNvSpPr txBox="1"/>
          <p:nvPr/>
        </p:nvSpPr>
        <p:spPr>
          <a:xfrm>
            <a:off x="24013597" y="13289027"/>
            <a:ext cx="258065" cy="402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>
            <a:spAutoFit/>
          </a:bodyPr>
          <a:lstStyle>
            <a:lvl1pPr defTabSz="821530">
              <a:lnSpc>
                <a:spcPct val="90000"/>
              </a:lnSpc>
              <a:defRPr sz="1800" b="1" cap="all" spc="180">
                <a:solidFill>
                  <a:srgbClr val="000000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163" name="Insert Name…"/>
          <p:cNvSpPr txBox="1"/>
          <p:nvPr/>
        </p:nvSpPr>
        <p:spPr>
          <a:xfrm>
            <a:off x="1783554" y="5521502"/>
            <a:ext cx="564613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1" defTabSz="825500">
              <a:spcBef>
                <a:spcPts val="800"/>
              </a:spcBef>
              <a:defRPr sz="1400" spc="153">
                <a:solidFill>
                  <a:schemeClr val="accent1"/>
                </a:solidFill>
              </a:defRPr>
            </a:pPr>
            <a:r>
              <a:rPr dirty="0"/>
              <a:t>SOFTWARE </a:t>
            </a:r>
            <a:r>
              <a:rPr lang="en-AU" dirty="0"/>
              <a:t>AND SYSTEM </a:t>
            </a:r>
            <a:r>
              <a:rPr dirty="0"/>
              <a:t>ENGINEER</a:t>
            </a:r>
          </a:p>
        </p:txBody>
      </p:sp>
      <p:sp>
        <p:nvSpPr>
          <p:cNvPr id="164" name="Title Goes Here…"/>
          <p:cNvSpPr txBox="1"/>
          <p:nvPr/>
        </p:nvSpPr>
        <p:spPr>
          <a:xfrm>
            <a:off x="1703174" y="6253445"/>
            <a:ext cx="5794820" cy="5027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lnSpc>
                <a:spcPct val="115000"/>
              </a:lnSpc>
              <a:defRPr sz="2000"/>
            </a:pPr>
            <a:r>
              <a:rPr lang="en-AU" dirty="0"/>
              <a:t>Peter is an innovative and accomplished software and </a:t>
            </a:r>
            <a:r>
              <a:rPr lang="en-GB" dirty="0"/>
              <a:t>system engineer​. He is passionate about software architecture, leading project team and delivering high quality solution for customers.</a:t>
            </a:r>
            <a:endParaRPr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  <a:defRPr sz="2000"/>
            </a:pPr>
            <a:endParaRPr dirty="0">
              <a:solidFill>
                <a:srgbClr val="000000"/>
              </a:solidFill>
            </a:endParaRPr>
          </a:p>
          <a:p>
            <a:pPr>
              <a:lnSpc>
                <a:spcPct val="115000"/>
              </a:lnSpc>
              <a:defRPr sz="2000"/>
            </a:pPr>
            <a:r>
              <a:rPr lang="en-GB" sz="2000" dirty="0"/>
              <a:t>Peter demonstrated his research ability, engineering and project management skills through leading various projects from concept to production.</a:t>
            </a:r>
          </a:p>
          <a:p>
            <a:pPr>
              <a:lnSpc>
                <a:spcPct val="115000"/>
              </a:lnSpc>
              <a:defRPr sz="2000"/>
            </a:pPr>
            <a:endParaRPr lang="en-AU" dirty="0"/>
          </a:p>
          <a:p>
            <a:pPr>
              <a:lnSpc>
                <a:spcPct val="115000"/>
              </a:lnSpc>
              <a:defRPr sz="2000"/>
            </a:pPr>
            <a:r>
              <a:rPr lang="en-AU" dirty="0"/>
              <a:t>His expertise includes architecting serverless cloud software application, middleware and simulation using MBSE approach. He is also a domain expert in robot planning and navigation. </a:t>
            </a:r>
          </a:p>
        </p:txBody>
      </p:sp>
      <p:sp>
        <p:nvSpPr>
          <p:cNvPr id="165" name="SUB TITLE small"/>
          <p:cNvSpPr txBox="1"/>
          <p:nvPr/>
        </p:nvSpPr>
        <p:spPr>
          <a:xfrm>
            <a:off x="9677003" y="2654425"/>
            <a:ext cx="7664437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 defTabSz="825500">
              <a:spcBef>
                <a:spcPts val="800"/>
              </a:spcBef>
              <a:defRPr sz="2400" spc="307">
                <a:solidFill>
                  <a:srgbClr val="5D5D5D"/>
                </a:solidFill>
              </a:defRPr>
            </a:lvl1pPr>
          </a:lstStyle>
          <a:p>
            <a:r>
              <a:t>RECENT EXPERIENCE</a:t>
            </a:r>
          </a:p>
        </p:txBody>
      </p:sp>
      <p:sp>
        <p:nvSpPr>
          <p:cNvPr id="166" name="20%…"/>
          <p:cNvSpPr txBox="1"/>
          <p:nvPr/>
        </p:nvSpPr>
        <p:spPr>
          <a:xfrm>
            <a:off x="9677003" y="6194457"/>
            <a:ext cx="7787897" cy="367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400" b="1" spc="150">
                <a:solidFill>
                  <a:srgbClr val="000000"/>
                </a:solidFill>
              </a:defRPr>
            </a:pPr>
            <a:r>
              <a:rPr lang="en-AU" dirty="0"/>
              <a:t>Senior Software Engineer</a:t>
            </a:r>
            <a:r>
              <a:rPr dirty="0"/>
              <a:t>, </a:t>
            </a:r>
            <a:r>
              <a:rPr lang="en-AU" dirty="0"/>
              <a:t>Swarm Farm Robotics</a:t>
            </a:r>
            <a:r>
              <a:rPr dirty="0"/>
              <a:t> </a:t>
            </a:r>
            <a:r>
              <a:rPr b="0" dirty="0"/>
              <a:t>– (</a:t>
            </a:r>
            <a:r>
              <a:rPr lang="en-AU" b="0" dirty="0"/>
              <a:t>1.5 years</a:t>
            </a:r>
            <a:r>
              <a:rPr b="0" dirty="0"/>
              <a:t>)</a:t>
            </a:r>
            <a:endParaRPr lang="en-AU" dirty="0"/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2000" dirty="0">
                <a:solidFill>
                  <a:srgbClr val="5D5D5D"/>
                </a:solidFill>
              </a:rPr>
              <a:t>Researched, developed, architected and release </a:t>
            </a:r>
            <a:r>
              <a:rPr lang="en-AU" sz="2000" dirty="0" err="1">
                <a:solidFill>
                  <a:srgbClr val="5D5D5D"/>
                </a:solidFill>
              </a:rPr>
              <a:t>swarmfarm</a:t>
            </a:r>
            <a:r>
              <a:rPr lang="en-AU" sz="2000" dirty="0">
                <a:solidFill>
                  <a:srgbClr val="5D5D5D"/>
                </a:solidFill>
              </a:rPr>
              <a:t>-planning stack, the major backend of Farm Manager App. 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2000" dirty="0">
                <a:solidFill>
                  <a:srgbClr val="5D5D5D"/>
                </a:solidFill>
              </a:rPr>
              <a:t>The planning software includes algorithms libraries, APIs, tools, in-vehicle service and serverless cloud application, evaluation pipeline and report dashboard, all built from the ground up to fleet production.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2000" dirty="0">
                <a:solidFill>
                  <a:srgbClr val="5D5D5D"/>
                </a:solidFill>
              </a:rPr>
              <a:t>The software </a:t>
            </a:r>
            <a:r>
              <a:rPr lang="en-GB" dirty="0"/>
              <a:t>leverages</a:t>
            </a:r>
            <a:r>
              <a:rPr lang="en-AU" sz="2000" dirty="0">
                <a:solidFill>
                  <a:srgbClr val="5D5D5D"/>
                </a:solidFill>
              </a:rPr>
              <a:t> </a:t>
            </a:r>
            <a:r>
              <a:rPr lang="en-GB" dirty="0"/>
              <a:t>many AWS cloud services and Container technology, including API Gateway, Lambdas, DynamoDB, S3, Route 53, Cognito, ECR, CloudWatch and Amplify, all deployed via </a:t>
            </a:r>
            <a:r>
              <a:rPr lang="en-GB" dirty="0" err="1"/>
              <a:t>Pulumi</a:t>
            </a:r>
            <a:r>
              <a:rPr lang="en-GB" dirty="0"/>
              <a:t>​.</a:t>
            </a:r>
            <a:endParaRPr sz="2000" dirty="0">
              <a:solidFill>
                <a:srgbClr val="5D5D5D"/>
              </a:solidFill>
            </a:endParaRPr>
          </a:p>
        </p:txBody>
      </p:sp>
      <p:sp>
        <p:nvSpPr>
          <p:cNvPr id="167" name="20%…"/>
          <p:cNvSpPr txBox="1"/>
          <p:nvPr/>
        </p:nvSpPr>
        <p:spPr>
          <a:xfrm>
            <a:off x="9677003" y="10055825"/>
            <a:ext cx="7787897" cy="3293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 spc="150">
                <a:solidFill>
                  <a:srgbClr val="000000"/>
                </a:solidFill>
              </a:defRPr>
            </a:pPr>
            <a:r>
              <a:rPr lang="en-AU" dirty="0"/>
              <a:t>Lead Software and System Engineer, Bosch Australia </a:t>
            </a:r>
            <a:r>
              <a:rPr lang="en-GB" b="0" dirty="0"/>
              <a:t>– (3 years)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2000" dirty="0">
                <a:solidFill>
                  <a:srgbClr val="5D5D5D"/>
                </a:solidFill>
              </a:rPr>
              <a:t>Platform development in Bosch Radar/Video Road Signature – large scale fleet based cloud map creation.</a:t>
            </a:r>
            <a:r>
              <a:rPr lang="en-GB" sz="2000" dirty="0">
                <a:solidFill>
                  <a:srgbClr val="5D5D5D"/>
                </a:solidFill>
              </a:rPr>
              <a:t> 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sz="2000" dirty="0">
                <a:solidFill>
                  <a:srgbClr val="5D5D5D"/>
                </a:solidFill>
              </a:rPr>
              <a:t>Collaborating with System Engineer in JP to develop </a:t>
            </a:r>
            <a:r>
              <a:rPr lang="en-AU" sz="2000" dirty="0" err="1">
                <a:solidFill>
                  <a:srgbClr val="5D5D5D"/>
                </a:solidFill>
              </a:rPr>
              <a:t>eHorizon</a:t>
            </a:r>
            <a:r>
              <a:rPr lang="en-AU" sz="2000" dirty="0">
                <a:solidFill>
                  <a:srgbClr val="5D5D5D"/>
                </a:solidFill>
              </a:rPr>
              <a:t> prototype for L2+ vehicle and demonstrated to OEMs successfully.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GB" sz="2000" dirty="0">
                <a:solidFill>
                  <a:srgbClr val="5D5D5D"/>
                </a:solidFill>
              </a:rPr>
              <a:t>Lead research and development of mapping and localization end to end for a multi- million dollar project in automated driving</a:t>
            </a:r>
            <a:endParaRPr lang="en-AU" b="0" dirty="0"/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endParaRPr lang="en-GB" sz="2000" dirty="0">
              <a:solidFill>
                <a:srgbClr val="5D5D5D"/>
              </a:solidFill>
            </a:endParaRPr>
          </a:p>
        </p:txBody>
      </p:sp>
      <p:sp>
        <p:nvSpPr>
          <p:cNvPr id="168" name="20%…"/>
          <p:cNvSpPr txBox="1"/>
          <p:nvPr/>
        </p:nvSpPr>
        <p:spPr>
          <a:xfrm>
            <a:off x="9677003" y="3778063"/>
            <a:ext cx="7787897" cy="1908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400" b="1" spc="150">
                <a:solidFill>
                  <a:srgbClr val="000000"/>
                </a:solidFill>
              </a:defRPr>
            </a:pPr>
            <a:r>
              <a:rPr lang="en-AU" dirty="0"/>
              <a:t>SENIOR </a:t>
            </a:r>
            <a:r>
              <a:rPr dirty="0"/>
              <a:t>SOFTWARE ENGINEER, </a:t>
            </a:r>
            <a:r>
              <a:rPr lang="en-AU" dirty="0"/>
              <a:t>Seeing Machines</a:t>
            </a:r>
            <a:r>
              <a:rPr b="0" dirty="0"/>
              <a:t>– (</a:t>
            </a:r>
            <a:r>
              <a:rPr lang="en-AU" b="0" dirty="0"/>
              <a:t>10 months</a:t>
            </a:r>
            <a:r>
              <a:rPr b="0" dirty="0"/>
              <a:t>)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dirty="0"/>
              <a:t>Architecting </a:t>
            </a:r>
            <a:r>
              <a:rPr lang="en-AU"/>
              <a:t>and implementing system </a:t>
            </a:r>
            <a:r>
              <a:rPr lang="en-AU" dirty="0"/>
              <a:t>health module from customer requirement to production software. </a:t>
            </a:r>
          </a:p>
          <a:p>
            <a:pPr defTabSz="821530">
              <a:spcBef>
                <a:spcPts val="1800"/>
              </a:spcBef>
              <a:defRPr sz="2000">
                <a:solidFill>
                  <a:srgbClr val="5D5D5D"/>
                </a:solidFill>
              </a:defRPr>
            </a:pPr>
            <a:r>
              <a:rPr lang="en-AU" dirty="0"/>
              <a:t>Lead and collaborate with a small team in VN and AU to deliver software release and provide support to customer.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BD3CF8-FAC1-8E98-C9B1-B364C8E0038A}"/>
              </a:ext>
            </a:extLst>
          </p:cNvPr>
          <p:cNvSpPr/>
          <p:nvPr/>
        </p:nvSpPr>
        <p:spPr>
          <a:xfrm>
            <a:off x="0" y="12936847"/>
            <a:ext cx="24371300" cy="779152"/>
          </a:xfrm>
          <a:prstGeom prst="rect">
            <a:avLst/>
          </a:prstGeom>
          <a:solidFill>
            <a:srgbClr val="0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7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62D3A-6AC7-633A-AC3A-7D5FB845F9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2" t="32066" r="33398" b="41261"/>
          <a:stretch/>
        </p:blipFill>
        <p:spPr>
          <a:xfrm>
            <a:off x="-26421" y="12898584"/>
            <a:ext cx="1905903" cy="817415"/>
          </a:xfrm>
          <a:prstGeom prst="rect">
            <a:avLst/>
          </a:prstGeom>
        </p:spPr>
      </p:pic>
      <p:sp>
        <p:nvSpPr>
          <p:cNvPr id="4" name="Client name  //  presentation name  //  © Copyright 2020 Endava  //  Confidential and Proprietary  //  Version 1.0">
            <a:extLst>
              <a:ext uri="{FF2B5EF4-FFF2-40B4-BE49-F238E27FC236}">
                <a16:creationId xmlns:a16="http://schemas.microsoft.com/office/drawing/2014/main" id="{6473E5E7-8DA1-FF5D-2403-25B7134D3D24}"/>
              </a:ext>
            </a:extLst>
          </p:cNvPr>
          <p:cNvSpPr txBox="1"/>
          <p:nvPr/>
        </p:nvSpPr>
        <p:spPr>
          <a:xfrm>
            <a:off x="1879483" y="13296435"/>
            <a:ext cx="21321474" cy="328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2" tIns="71432" rIns="71432" bIns="71432" anchor="ctr">
            <a:spAutoFit/>
          </a:bodyPr>
          <a:lstStyle/>
          <a:p>
            <a:pPr defTabSz="821448">
              <a:defRPr sz="1200" spc="119">
                <a:solidFill>
                  <a:srgbClr val="929292"/>
                </a:solidFill>
              </a:defRPr>
            </a:pPr>
            <a:r>
              <a:rPr>
                <a:solidFill>
                  <a:srgbClr val="FFFFFF"/>
                </a:solidFill>
              </a:rPr>
              <a:t>© Copyright 2023 Endava  //  Confidential and Proprietary</a:t>
            </a:r>
          </a:p>
        </p:txBody>
      </p:sp>
      <p:sp>
        <p:nvSpPr>
          <p:cNvPr id="5" name="20%…">
            <a:extLst>
              <a:ext uri="{FF2B5EF4-FFF2-40B4-BE49-F238E27FC236}">
                <a16:creationId xmlns:a16="http://schemas.microsoft.com/office/drawing/2014/main" id="{33099C85-B593-A8E1-8C92-80479DB1D047}"/>
              </a:ext>
            </a:extLst>
          </p:cNvPr>
          <p:cNvSpPr txBox="1"/>
          <p:nvPr/>
        </p:nvSpPr>
        <p:spPr>
          <a:xfrm>
            <a:off x="18484463" y="2642849"/>
            <a:ext cx="4180218" cy="192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spc="300">
                <a:solidFill>
                  <a:srgbClr val="000000"/>
                </a:solidFill>
              </a:defRPr>
            </a:pPr>
            <a:r>
              <a:rPr lang="en-AU" spc="300" dirty="0">
                <a:solidFill>
                  <a:srgbClr val="000000"/>
                </a:solidFill>
              </a:rPr>
              <a:t>ACHIEVEMENTS</a:t>
            </a:r>
            <a:endParaRPr spc="300" dirty="0">
              <a:solidFill>
                <a:srgbClr val="000000"/>
              </a:solidFill>
            </a:endParaRPr>
          </a:p>
          <a:p>
            <a:pPr marL="230908" indent="-230908" defTabSz="821530">
              <a:spcBef>
                <a:spcPts val="1800"/>
              </a:spcBef>
              <a:buClr>
                <a:srgbClr val="FF0000"/>
              </a:buClr>
              <a:buSzPct val="75000"/>
              <a:buFont typeface="Arial"/>
              <a:buChar char="‣"/>
              <a:defRPr sz="2000">
                <a:solidFill>
                  <a:srgbClr val="5E5E5E"/>
                </a:solidFill>
              </a:defRPr>
            </a:pPr>
            <a:r>
              <a:rPr lang="en-GB" sz="1800" b="0" i="0" u="none" strike="noStrike" baseline="0" dirty="0">
                <a:latin typeface="CMTI10"/>
              </a:rPr>
              <a:t>Google Project Management: Professional Certificate</a:t>
            </a:r>
          </a:p>
          <a:p>
            <a:pPr marL="230908" indent="-230908" defTabSz="821530">
              <a:spcBef>
                <a:spcPts val="1800"/>
              </a:spcBef>
              <a:buClr>
                <a:srgbClr val="FF0000"/>
              </a:buClr>
              <a:buSzPct val="75000"/>
              <a:buFont typeface="Arial"/>
              <a:buChar char="‣"/>
              <a:defRPr sz="2000">
                <a:solidFill>
                  <a:srgbClr val="5E5E5E"/>
                </a:solidFill>
              </a:defRPr>
            </a:pPr>
            <a:r>
              <a:rPr lang="en-GB" sz="1800" b="0" i="0" u="none" strike="noStrike" baseline="0" dirty="0">
                <a:latin typeface="CMTI10"/>
              </a:rPr>
              <a:t>Udacity Self-Driving Car Nano Degree Certificate</a:t>
            </a:r>
            <a:endParaRPr lang="en-AU" dirty="0"/>
          </a:p>
        </p:txBody>
      </p:sp>
      <p:sp>
        <p:nvSpPr>
          <p:cNvPr id="6" name="SUB TITLE small">
            <a:extLst>
              <a:ext uri="{FF2B5EF4-FFF2-40B4-BE49-F238E27FC236}">
                <a16:creationId xmlns:a16="http://schemas.microsoft.com/office/drawing/2014/main" id="{D9362032-2106-4CA2-94C0-A8A0B76A57E9}"/>
              </a:ext>
            </a:extLst>
          </p:cNvPr>
          <p:cNvSpPr txBox="1"/>
          <p:nvPr/>
        </p:nvSpPr>
        <p:spPr>
          <a:xfrm>
            <a:off x="18484463" y="5608608"/>
            <a:ext cx="340863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825500">
              <a:spcBef>
                <a:spcPts val="800"/>
              </a:spcBef>
              <a:defRPr sz="2400" spc="307">
                <a:solidFill>
                  <a:srgbClr val="5D5D5D"/>
                </a:solidFill>
              </a:defRPr>
            </a:lvl1pPr>
          </a:lstStyle>
          <a:p>
            <a:r>
              <a:rPr lang="en-AU" sz="1800">
                <a:solidFill>
                  <a:srgbClr val="000000"/>
                </a:solidFill>
              </a:rPr>
              <a:t>CAPABILITIES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7" name="SUB TITLE small">
            <a:extLst>
              <a:ext uri="{FF2B5EF4-FFF2-40B4-BE49-F238E27FC236}">
                <a16:creationId xmlns:a16="http://schemas.microsoft.com/office/drawing/2014/main" id="{F91513B5-F565-D989-02E6-1886164B6D6F}"/>
              </a:ext>
            </a:extLst>
          </p:cNvPr>
          <p:cNvSpPr txBox="1"/>
          <p:nvPr/>
        </p:nvSpPr>
        <p:spPr>
          <a:xfrm>
            <a:off x="18484461" y="10020270"/>
            <a:ext cx="348979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825500">
              <a:spcBef>
                <a:spcPts val="800"/>
              </a:spcBef>
              <a:defRPr sz="2400" spc="307">
                <a:solidFill>
                  <a:srgbClr val="5D5D5D"/>
                </a:solidFill>
              </a:defRPr>
            </a:lvl1pPr>
          </a:lstStyle>
          <a:p>
            <a:r>
              <a:rPr lang="en-GB" sz="1400" spc="300" dirty="0">
                <a:solidFill>
                  <a:schemeClr val="accent1"/>
                </a:solidFill>
                <a:latin typeface="+mj-lt"/>
                <a:ea typeface="Poppins Medium"/>
                <a:cs typeface="Poppins Medium"/>
                <a:sym typeface="Poppins Medium"/>
              </a:rPr>
              <a:t>FIND ME ON </a:t>
            </a:r>
            <a:r>
              <a:rPr lang="en-GB" sz="1400" u="sng" spc="300" dirty="0">
                <a:solidFill>
                  <a:schemeClr val="accent1"/>
                </a:solidFill>
                <a:latin typeface="+mj-lt"/>
                <a:ea typeface="Poppins Medium"/>
                <a:cs typeface="Poppins Medium"/>
                <a:sym typeface="Poppins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GB" sz="1400" u="sng" spc="300" dirty="0">
              <a:solidFill>
                <a:schemeClr val="accent1"/>
              </a:solidFill>
              <a:latin typeface="+mj-lt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EA9F60-6F6F-2F88-2BE4-332306F2F74B}"/>
              </a:ext>
            </a:extLst>
          </p:cNvPr>
          <p:cNvSpPr/>
          <p:nvPr/>
        </p:nvSpPr>
        <p:spPr>
          <a:xfrm>
            <a:off x="18484447" y="7626937"/>
            <a:ext cx="4102911" cy="430431"/>
          </a:xfrm>
          <a:prstGeom prst="rect">
            <a:avLst/>
          </a:prstGeom>
          <a:solidFill>
            <a:srgbClr val="F5A19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A3B0DF-3C49-7148-4E60-EBDC2833386B}"/>
              </a:ext>
            </a:extLst>
          </p:cNvPr>
          <p:cNvSpPr/>
          <p:nvPr/>
        </p:nvSpPr>
        <p:spPr>
          <a:xfrm>
            <a:off x="18484447" y="7626937"/>
            <a:ext cx="3193037" cy="43043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08000" tIns="0" rIns="0" bIns="0" numCol="1" spcCol="38100" rtlCol="0" anchor="ctr" anchorCtr="0">
            <a:noAutofit/>
          </a:bodyPr>
          <a:lstStyle/>
          <a:p>
            <a:pPr defTabSz="825500"/>
            <a:r>
              <a:rPr lang="en-AU" sz="1400" spc="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&amp; AI RESEARCH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BA0980-DF08-AB2F-97BF-D3FE760893D9}"/>
              </a:ext>
            </a:extLst>
          </p:cNvPr>
          <p:cNvSpPr/>
          <p:nvPr/>
        </p:nvSpPr>
        <p:spPr>
          <a:xfrm>
            <a:off x="18484447" y="8306629"/>
            <a:ext cx="4102911" cy="430431"/>
          </a:xfrm>
          <a:prstGeom prst="rect">
            <a:avLst/>
          </a:prstGeom>
          <a:solidFill>
            <a:srgbClr val="F5A19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54F69C-D322-DC8B-B2C0-EEB63161675E}"/>
              </a:ext>
            </a:extLst>
          </p:cNvPr>
          <p:cNvSpPr/>
          <p:nvPr/>
        </p:nvSpPr>
        <p:spPr>
          <a:xfrm>
            <a:off x="18484445" y="8306629"/>
            <a:ext cx="2599763" cy="43043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08000" tIns="0" rIns="0" bIns="0" numCol="1" spcCol="38100" rtlCol="0" anchor="ctr" anchorCtr="0">
            <a:noAutofit/>
          </a:bodyPr>
          <a:lstStyle/>
          <a:p>
            <a:pPr defTabSz="825500"/>
            <a:r>
              <a:rPr lang="en-AU" sz="1400" spc="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ENGINEERING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C9ED0-EE99-EB6E-CBCC-ADCAA2F9F5D1}"/>
              </a:ext>
            </a:extLst>
          </p:cNvPr>
          <p:cNvSpPr/>
          <p:nvPr/>
        </p:nvSpPr>
        <p:spPr>
          <a:xfrm>
            <a:off x="18481375" y="8994275"/>
            <a:ext cx="4102911" cy="430431"/>
          </a:xfrm>
          <a:prstGeom prst="rect">
            <a:avLst/>
          </a:prstGeom>
          <a:solidFill>
            <a:srgbClr val="F5A19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9FBA3-0DA2-F2C7-22C6-F56E92C314B0}"/>
              </a:ext>
            </a:extLst>
          </p:cNvPr>
          <p:cNvSpPr/>
          <p:nvPr/>
        </p:nvSpPr>
        <p:spPr>
          <a:xfrm>
            <a:off x="18481375" y="8994275"/>
            <a:ext cx="2735355" cy="43043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08000" tIns="0" rIns="0" bIns="0" numCol="1" spcCol="38100" rtlCol="0" anchor="ctr" anchorCtr="0">
            <a:noAutofit/>
          </a:bodyPr>
          <a:lstStyle/>
          <a:p>
            <a:pPr defTabSz="825500"/>
            <a:r>
              <a:rPr lang="en-AU" sz="1400" spc="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DCD33-39BF-7433-1EE3-DBD6CBB1DFF5}"/>
              </a:ext>
            </a:extLst>
          </p:cNvPr>
          <p:cNvSpPr/>
          <p:nvPr/>
        </p:nvSpPr>
        <p:spPr>
          <a:xfrm>
            <a:off x="18481375" y="6255313"/>
            <a:ext cx="4102911" cy="430431"/>
          </a:xfrm>
          <a:prstGeom prst="rect">
            <a:avLst/>
          </a:prstGeom>
          <a:solidFill>
            <a:srgbClr val="9BB4BE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D53DD4-A2D0-5028-9DE5-F36E6CA5ABA0}"/>
              </a:ext>
            </a:extLst>
          </p:cNvPr>
          <p:cNvSpPr/>
          <p:nvPr/>
        </p:nvSpPr>
        <p:spPr>
          <a:xfrm>
            <a:off x="18481375" y="6255313"/>
            <a:ext cx="3196110" cy="430431"/>
          </a:xfrm>
          <a:prstGeom prst="rect">
            <a:avLst/>
          </a:prstGeom>
          <a:solidFill>
            <a:srgbClr val="23323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08000" tIns="0" rIns="0" bIns="0" numCol="1" spcCol="38100" rtlCol="0" anchor="ctr" anchorCtr="0">
            <a:noAutofit/>
          </a:bodyPr>
          <a:lstStyle/>
          <a:p>
            <a:pPr defTabSz="825500"/>
            <a:r>
              <a:rPr lang="en-AU" sz="1400" spc="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055800-A679-F947-12FC-D502C522FD92}"/>
              </a:ext>
            </a:extLst>
          </p:cNvPr>
          <p:cNvSpPr/>
          <p:nvPr/>
        </p:nvSpPr>
        <p:spPr>
          <a:xfrm>
            <a:off x="18481375" y="6934594"/>
            <a:ext cx="4102911" cy="430431"/>
          </a:xfrm>
          <a:prstGeom prst="rect">
            <a:avLst/>
          </a:prstGeom>
          <a:solidFill>
            <a:srgbClr val="9BB4BE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AFFD55-1E8E-9013-8382-E2865B95AE24}"/>
              </a:ext>
            </a:extLst>
          </p:cNvPr>
          <p:cNvSpPr/>
          <p:nvPr/>
        </p:nvSpPr>
        <p:spPr>
          <a:xfrm>
            <a:off x="18481375" y="6934594"/>
            <a:ext cx="3196109" cy="430431"/>
          </a:xfrm>
          <a:prstGeom prst="rect">
            <a:avLst/>
          </a:prstGeom>
          <a:solidFill>
            <a:srgbClr val="23323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08000" tIns="0" rIns="0" bIns="0" numCol="1" spcCol="38100" rtlCol="0" anchor="ctr" anchorCtr="0">
            <a:noAutofit/>
          </a:bodyPr>
          <a:lstStyle/>
          <a:p>
            <a:pPr defTabSz="825500"/>
            <a:r>
              <a:rPr lang="en-AU" sz="1400" spc="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955F0DF5-688A-ABC7-4C56-334C4CEED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174" y="1813009"/>
            <a:ext cx="2063058" cy="2063058"/>
          </a:xfrm>
          <a:prstGeom prst="ellipse">
            <a:avLst/>
          </a:prstGeom>
          <a:noFill/>
          <a:ln w="63500" cap="rnd">
            <a:noFill/>
          </a:ln>
          <a:effectLst>
            <a:outerShdw blurRad="50800" dist="50800" dir="5400000" algn="ctr" rotWithShape="0">
              <a:schemeClr val="bg1"/>
            </a:outerShdw>
            <a:softEdge rad="5080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30" name="Picture 6" descr="Seeing Machines - Home | Facebook">
            <a:extLst>
              <a:ext uri="{FF2B5EF4-FFF2-40B4-BE49-F238E27FC236}">
                <a16:creationId xmlns:a16="http://schemas.microsoft.com/office/drawing/2014/main" id="{BA2BCF49-3CDA-B017-AF7D-884F3357F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05" y="4272446"/>
            <a:ext cx="994495" cy="99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osch Logo and symbol, meaning, history, PNG, brand">
            <a:extLst>
              <a:ext uri="{FF2B5EF4-FFF2-40B4-BE49-F238E27FC236}">
                <a16:creationId xmlns:a16="http://schemas.microsoft.com/office/drawing/2014/main" id="{AAF71213-5BAF-53E3-7B55-8D8E33BCF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42" y="10688085"/>
            <a:ext cx="1212197" cy="67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warmFarm Robotics | Robotic Agriculture">
            <a:extLst>
              <a:ext uri="{FF2B5EF4-FFF2-40B4-BE49-F238E27FC236}">
                <a16:creationId xmlns:a16="http://schemas.microsoft.com/office/drawing/2014/main" id="{3855930B-59DE-A768-5347-896203C64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499" y="7509816"/>
            <a:ext cx="1084281" cy="104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54103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White">
  <a:themeElements>
    <a:clrScheme name="1_White">
      <a:dk1>
        <a:srgbClr val="48535B"/>
      </a:dk1>
      <a:lt1>
        <a:srgbClr val="FFFFFF"/>
      </a:lt1>
      <a:dk2>
        <a:srgbClr val="A7A7A7"/>
      </a:dk2>
      <a:lt2>
        <a:srgbClr val="535353"/>
      </a:lt2>
      <a:accent1>
        <a:srgbClr val="DE411A"/>
      </a:accent1>
      <a:accent2>
        <a:srgbClr val="379BD7"/>
      </a:accent2>
      <a:accent3>
        <a:srgbClr val="233237"/>
      </a:accent3>
      <a:accent4>
        <a:srgbClr val="C31900"/>
      </a:accent4>
      <a:accent5>
        <a:srgbClr val="EC6861"/>
      </a:accent5>
      <a:accent6>
        <a:srgbClr val="0AC3E6"/>
      </a:accent6>
      <a:hlink>
        <a:srgbClr val="0000FF"/>
      </a:hlink>
      <a:folHlink>
        <a:srgbClr val="FF00FF"/>
      </a:folHlink>
    </a:clrScheme>
    <a:fontScheme name="1_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1_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700" b="0" i="0" u="none" strike="noStrike" cap="none" spc="0" normalizeH="0" baseline="0">
            <a:ln>
              <a:noFill/>
            </a:ln>
            <a:solidFill>
              <a:srgbClr val="48535B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6" tIns="71436" rIns="71436" bIns="71436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700" b="0" i="0" u="none" strike="noStrike" cap="none" spc="0" normalizeH="0" baseline="0">
            <a:ln>
              <a:noFill/>
            </a:ln>
            <a:solidFill>
              <a:srgbClr val="48535B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1_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E411A"/>
      </a:accent1>
      <a:accent2>
        <a:srgbClr val="379BD7"/>
      </a:accent2>
      <a:accent3>
        <a:srgbClr val="233237"/>
      </a:accent3>
      <a:accent4>
        <a:srgbClr val="C31900"/>
      </a:accent4>
      <a:accent5>
        <a:srgbClr val="EC6861"/>
      </a:accent5>
      <a:accent6>
        <a:srgbClr val="0AC3E6"/>
      </a:accent6>
      <a:hlink>
        <a:srgbClr val="0000FF"/>
      </a:hlink>
      <a:folHlink>
        <a:srgbClr val="FF00FF"/>
      </a:folHlink>
    </a:clrScheme>
    <a:fontScheme name="1_Whit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1_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700" b="0" i="0" u="none" strike="noStrike" cap="none" spc="0" normalizeH="0" baseline="0">
            <a:ln>
              <a:noFill/>
            </a:ln>
            <a:solidFill>
              <a:srgbClr val="48535B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6" tIns="71436" rIns="71436" bIns="71436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700" b="0" i="0" u="none" strike="noStrike" cap="none" spc="0" normalizeH="0" baseline="0">
            <a:ln>
              <a:noFill/>
            </a:ln>
            <a:solidFill>
              <a:srgbClr val="48535B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e33d76e-706b-460e-99ac-79d00b308990">
      <UserInfo>
        <DisplayName>Michelle Wang</DisplayName>
        <AccountId>82</AccountId>
        <AccountType/>
      </UserInfo>
    </SharedWithUsers>
    <lcf76f155ced4ddcb4097134ff3c332f xmlns="b845db32-5536-4422-8e65-7ae5c32a13ce">
      <Terms xmlns="http://schemas.microsoft.com/office/infopath/2007/PartnerControls"/>
    </lcf76f155ced4ddcb4097134ff3c332f>
    <TaxCatchAll xmlns="0e33d76e-706b-460e-99ac-79d00b30899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DCE40580D20C4298A87986A07937BD" ma:contentTypeVersion="15" ma:contentTypeDescription="Create a new document." ma:contentTypeScope="" ma:versionID="7418b586eb99d593d9f3db7168bea8da">
  <xsd:schema xmlns:xsd="http://www.w3.org/2001/XMLSchema" xmlns:xs="http://www.w3.org/2001/XMLSchema" xmlns:p="http://schemas.microsoft.com/office/2006/metadata/properties" xmlns:ns2="b845db32-5536-4422-8e65-7ae5c32a13ce" xmlns:ns3="0e33d76e-706b-460e-99ac-79d00b308990" targetNamespace="http://schemas.microsoft.com/office/2006/metadata/properties" ma:root="true" ma:fieldsID="ead8556e1d8357ef392f320ab22b6449" ns2:_="" ns3:_="">
    <xsd:import namespace="b845db32-5536-4422-8e65-7ae5c32a13ce"/>
    <xsd:import namespace="0e33d76e-706b-460e-99ac-79d00b3089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5db32-5536-4422-8e65-7ae5c32a13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da9fbb2-20ec-4b38-b475-624b712916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3d76e-706b-460e-99ac-79d00b30899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1dd1221-859e-4f28-b3e2-93f83a0b7530}" ma:internalName="TaxCatchAll" ma:showField="CatchAllData" ma:web="0e33d76e-706b-460e-99ac-79d00b3089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72827B-B372-47D3-A0DE-F04290262B6A}">
  <ds:schemaRefs>
    <ds:schemaRef ds:uri="0e33d76e-706b-460e-99ac-79d00b308990"/>
    <ds:schemaRef ds:uri="b845db32-5536-4422-8e65-7ae5c32a13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4DF34B-0A51-4385-9BBB-D0A466D06021}">
  <ds:schemaRefs>
    <ds:schemaRef ds:uri="0e33d76e-706b-460e-99ac-79d00b308990"/>
    <ds:schemaRef ds:uri="b845db32-5536-4422-8e65-7ae5c32a13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545ABA-A85A-470C-8D4F-E6468809A4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348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CMTI10</vt:lpstr>
      <vt:lpstr>Arial</vt:lpstr>
      <vt:lpstr>1_White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Peter Huang</cp:lastModifiedBy>
  <cp:revision>101</cp:revision>
  <dcterms:modified xsi:type="dcterms:W3CDTF">2023-11-16T08:53:04Z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0x010100A8DCE40580D20C4298A87986A07937BD</vt:lpwstr>
  </property>
  <property fmtid="{D5CDD505-2E9C-101B-9397-08002B2CF9AE}" pid="3" name="MediaServiceImageTags">
    <vt:lpwstr/>
  </property>
</Properties>
</file>